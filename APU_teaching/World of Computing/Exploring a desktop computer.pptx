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765" r:id="rId2"/>
  </p:sldMasterIdLst>
  <p:notesMasterIdLst>
    <p:notesMasterId r:id="rId27"/>
  </p:notesMasterIdLst>
  <p:handoutMasterIdLst>
    <p:handoutMasterId r:id="rId28"/>
  </p:handoutMasterIdLst>
  <p:sldIdLst>
    <p:sldId id="371" r:id="rId3"/>
    <p:sldId id="1078" r:id="rId4"/>
    <p:sldId id="1079" r:id="rId5"/>
    <p:sldId id="1082" r:id="rId6"/>
    <p:sldId id="1087" r:id="rId7"/>
    <p:sldId id="1083" r:id="rId8"/>
    <p:sldId id="1097" r:id="rId9"/>
    <p:sldId id="1099" r:id="rId10"/>
    <p:sldId id="1106" r:id="rId11"/>
    <p:sldId id="1100" r:id="rId12"/>
    <p:sldId id="1101" r:id="rId13"/>
    <p:sldId id="1085" r:id="rId14"/>
    <p:sldId id="1103" r:id="rId15"/>
    <p:sldId id="1104" r:id="rId16"/>
    <p:sldId id="1088" r:id="rId17"/>
    <p:sldId id="1089" r:id="rId18"/>
    <p:sldId id="1090" r:id="rId19"/>
    <p:sldId id="1105" r:id="rId20"/>
    <p:sldId id="1091" r:id="rId21"/>
    <p:sldId id="1107" r:id="rId22"/>
    <p:sldId id="1092" r:id="rId23"/>
    <p:sldId id="1093" r:id="rId24"/>
    <p:sldId id="1094" r:id="rId25"/>
    <p:sldId id="1073" r:id="rId26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arish Shah" initials="HS" lastIdx="11" clrIdx="0">
    <p:extLst>
      <p:ext uri="{19B8F6BF-5375-455C-9EA6-DF929625EA0E}">
        <p15:presenceInfo xmlns:p15="http://schemas.microsoft.com/office/powerpoint/2012/main" userId="Harish Shah" providerId="None"/>
      </p:ext>
    </p:extLst>
  </p:cmAuthor>
  <p:cmAuthor id="2" name="Apf" initials="A" lastIdx="10" clrIdx="1">
    <p:extLst>
      <p:ext uri="{19B8F6BF-5375-455C-9EA6-DF929625EA0E}">
        <p15:presenceInfo xmlns:p15="http://schemas.microsoft.com/office/powerpoint/2012/main" userId="Apf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F0000"/>
    <a:srgbClr val="333333"/>
    <a:srgbClr val="FFF1B3"/>
    <a:srgbClr val="CCFFFF"/>
    <a:srgbClr val="595959"/>
    <a:srgbClr val="5F5F5F"/>
    <a:srgbClr val="808080"/>
    <a:srgbClr val="4D4D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A9D5E4-607A-4EA4-B006-5C29C3D5D7CA}" v="465" dt="2025-07-26T02:45:10.674"/>
  </p1510:revLst>
</p1510:revInfo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061" autoAdjust="0"/>
  </p:normalViewPr>
  <p:slideViewPr>
    <p:cSldViewPr>
      <p:cViewPr varScale="1">
        <p:scale>
          <a:sx n="64" d="100"/>
          <a:sy n="64" d="100"/>
        </p:scale>
        <p:origin x="1590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6" d="100"/>
        <a:sy n="96" d="100"/>
      </p:scale>
      <p:origin x="0" y="0"/>
    </p:cViewPr>
  </p:sorterViewPr>
  <p:notesViewPr>
    <p:cSldViewPr>
      <p:cViewPr varScale="1">
        <p:scale>
          <a:sx n="47" d="100"/>
          <a:sy n="47" d="100"/>
        </p:scale>
        <p:origin x="-3012" y="-90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microsoft.com/office/2016/11/relationships/changesInfo" Target="changesInfos/changesInfo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gesh G R" userId="8a16e0da-f802-4978-adc3-8d4c4511aac3" providerId="ADAL" clId="{3EA9D5E4-607A-4EA4-B006-5C29C3D5D7CA}"/>
    <pc:docChg chg="undo redo custSel addSld delSld modSld sldOrd">
      <pc:chgData name="Yogesh G R" userId="8a16e0da-f802-4978-adc3-8d4c4511aac3" providerId="ADAL" clId="{3EA9D5E4-607A-4EA4-B006-5C29C3D5D7CA}" dt="2025-07-26T02:45:49.282" v="891" actId="47"/>
      <pc:docMkLst>
        <pc:docMk/>
      </pc:docMkLst>
      <pc:sldChg chg="addSp delSp modSp mod">
        <pc:chgData name="Yogesh G R" userId="8a16e0da-f802-4978-adc3-8d4c4511aac3" providerId="ADAL" clId="{3EA9D5E4-607A-4EA4-B006-5C29C3D5D7CA}" dt="2025-07-23T01:49:15.168" v="18" actId="1076"/>
        <pc:sldMkLst>
          <pc:docMk/>
          <pc:sldMk cId="722087285" sldId="371"/>
        </pc:sldMkLst>
        <pc:spChg chg="mod">
          <ac:chgData name="Yogesh G R" userId="8a16e0da-f802-4978-adc3-8d4c4511aac3" providerId="ADAL" clId="{3EA9D5E4-607A-4EA4-B006-5C29C3D5D7CA}" dt="2025-07-23T01:46:36.839" v="6" actId="1076"/>
          <ac:spMkLst>
            <pc:docMk/>
            <pc:sldMk cId="722087285" sldId="371"/>
            <ac:spMk id="2" creationId="{13987E23-80E3-4932-982C-6F73520B2FDE}"/>
          </ac:spMkLst>
        </pc:spChg>
        <pc:picChg chg="add mod">
          <ac:chgData name="Yogesh G R" userId="8a16e0da-f802-4978-adc3-8d4c4511aac3" providerId="ADAL" clId="{3EA9D5E4-607A-4EA4-B006-5C29C3D5D7CA}" dt="2025-07-23T01:48:11.072" v="11" actId="1076"/>
          <ac:picMkLst>
            <pc:docMk/>
            <pc:sldMk cId="722087285" sldId="371"/>
            <ac:picMk id="1026" creationId="{09AC2E79-503C-B737-F3A4-486A91D57ACA}"/>
          </ac:picMkLst>
        </pc:picChg>
        <pc:picChg chg="add mod">
          <ac:chgData name="Yogesh G R" userId="8a16e0da-f802-4978-adc3-8d4c4511aac3" providerId="ADAL" clId="{3EA9D5E4-607A-4EA4-B006-5C29C3D5D7CA}" dt="2025-07-23T01:49:15.168" v="18" actId="1076"/>
          <ac:picMkLst>
            <pc:docMk/>
            <pc:sldMk cId="722087285" sldId="371"/>
            <ac:picMk id="1028" creationId="{29143495-E8E4-F28E-6818-8A1A2C0F670B}"/>
          </ac:picMkLst>
        </pc:picChg>
      </pc:sldChg>
      <pc:sldChg chg="del">
        <pc:chgData name="Yogesh G R" userId="8a16e0da-f802-4978-adc3-8d4c4511aac3" providerId="ADAL" clId="{3EA9D5E4-607A-4EA4-B006-5C29C3D5D7CA}" dt="2025-07-23T02:13:07.714" v="272" actId="47"/>
        <pc:sldMkLst>
          <pc:docMk/>
          <pc:sldMk cId="3941591446" sldId="1053"/>
        </pc:sldMkLst>
      </pc:sldChg>
      <pc:sldChg chg="del">
        <pc:chgData name="Yogesh G R" userId="8a16e0da-f802-4978-adc3-8d4c4511aac3" providerId="ADAL" clId="{3EA9D5E4-607A-4EA4-B006-5C29C3D5D7CA}" dt="2025-07-23T02:13:12.986" v="276" actId="47"/>
        <pc:sldMkLst>
          <pc:docMk/>
          <pc:sldMk cId="4108668661" sldId="1056"/>
        </pc:sldMkLst>
      </pc:sldChg>
      <pc:sldChg chg="del">
        <pc:chgData name="Yogesh G R" userId="8a16e0da-f802-4978-adc3-8d4c4511aac3" providerId="ADAL" clId="{3EA9D5E4-607A-4EA4-B006-5C29C3D5D7CA}" dt="2025-07-23T02:13:10.611" v="275" actId="47"/>
        <pc:sldMkLst>
          <pc:docMk/>
          <pc:sldMk cId="4253104948" sldId="1058"/>
        </pc:sldMkLst>
      </pc:sldChg>
      <pc:sldChg chg="del">
        <pc:chgData name="Yogesh G R" userId="8a16e0da-f802-4978-adc3-8d4c4511aac3" providerId="ADAL" clId="{3EA9D5E4-607A-4EA4-B006-5C29C3D5D7CA}" dt="2025-07-23T02:13:10.073" v="274" actId="47"/>
        <pc:sldMkLst>
          <pc:docMk/>
          <pc:sldMk cId="1824566282" sldId="1059"/>
        </pc:sldMkLst>
      </pc:sldChg>
      <pc:sldChg chg="del">
        <pc:chgData name="Yogesh G R" userId="8a16e0da-f802-4978-adc3-8d4c4511aac3" providerId="ADAL" clId="{3EA9D5E4-607A-4EA4-B006-5C29C3D5D7CA}" dt="2025-07-23T02:13:13.749" v="277" actId="47"/>
        <pc:sldMkLst>
          <pc:docMk/>
          <pc:sldMk cId="3571498232" sldId="1060"/>
        </pc:sldMkLst>
      </pc:sldChg>
      <pc:sldChg chg="del">
        <pc:chgData name="Yogesh G R" userId="8a16e0da-f802-4978-adc3-8d4c4511aac3" providerId="ADAL" clId="{3EA9D5E4-607A-4EA4-B006-5C29C3D5D7CA}" dt="2025-07-23T02:13:17.792" v="280" actId="47"/>
        <pc:sldMkLst>
          <pc:docMk/>
          <pc:sldMk cId="1861078754" sldId="1061"/>
        </pc:sldMkLst>
      </pc:sldChg>
      <pc:sldChg chg="del">
        <pc:chgData name="Yogesh G R" userId="8a16e0da-f802-4978-adc3-8d4c4511aac3" providerId="ADAL" clId="{3EA9D5E4-607A-4EA4-B006-5C29C3D5D7CA}" dt="2025-07-23T02:13:27.516" v="292" actId="47"/>
        <pc:sldMkLst>
          <pc:docMk/>
          <pc:sldMk cId="662572952" sldId="1062"/>
        </pc:sldMkLst>
      </pc:sldChg>
      <pc:sldChg chg="del">
        <pc:chgData name="Yogesh G R" userId="8a16e0da-f802-4978-adc3-8d4c4511aac3" providerId="ADAL" clId="{3EA9D5E4-607A-4EA4-B006-5C29C3D5D7CA}" dt="2025-07-23T02:13:23.117" v="289" actId="47"/>
        <pc:sldMkLst>
          <pc:docMk/>
          <pc:sldMk cId="762251767" sldId="1063"/>
        </pc:sldMkLst>
      </pc:sldChg>
      <pc:sldChg chg="del">
        <pc:chgData name="Yogesh G R" userId="8a16e0da-f802-4978-adc3-8d4c4511aac3" providerId="ADAL" clId="{3EA9D5E4-607A-4EA4-B006-5C29C3D5D7CA}" dt="2025-07-23T02:13:23.649" v="290" actId="47"/>
        <pc:sldMkLst>
          <pc:docMk/>
          <pc:sldMk cId="3697376002" sldId="1065"/>
        </pc:sldMkLst>
      </pc:sldChg>
      <pc:sldChg chg="del">
        <pc:chgData name="Yogesh G R" userId="8a16e0da-f802-4978-adc3-8d4c4511aac3" providerId="ADAL" clId="{3EA9D5E4-607A-4EA4-B006-5C29C3D5D7CA}" dt="2025-07-23T02:13:24.305" v="291" actId="47"/>
        <pc:sldMkLst>
          <pc:docMk/>
          <pc:sldMk cId="3561028540" sldId="1066"/>
        </pc:sldMkLst>
      </pc:sldChg>
      <pc:sldChg chg="del">
        <pc:chgData name="Yogesh G R" userId="8a16e0da-f802-4978-adc3-8d4c4511aac3" providerId="ADAL" clId="{3EA9D5E4-607A-4EA4-B006-5C29C3D5D7CA}" dt="2025-07-23T02:13:19.621" v="283" actId="47"/>
        <pc:sldMkLst>
          <pc:docMk/>
          <pc:sldMk cId="354999751" sldId="1067"/>
        </pc:sldMkLst>
      </pc:sldChg>
      <pc:sldChg chg="del">
        <pc:chgData name="Yogesh G R" userId="8a16e0da-f802-4978-adc3-8d4c4511aac3" providerId="ADAL" clId="{3EA9D5E4-607A-4EA4-B006-5C29C3D5D7CA}" dt="2025-07-23T02:13:19.136" v="282" actId="47"/>
        <pc:sldMkLst>
          <pc:docMk/>
          <pc:sldMk cId="1587800479" sldId="1068"/>
        </pc:sldMkLst>
      </pc:sldChg>
      <pc:sldChg chg="del">
        <pc:chgData name="Yogesh G R" userId="8a16e0da-f802-4978-adc3-8d4c4511aac3" providerId="ADAL" clId="{3EA9D5E4-607A-4EA4-B006-5C29C3D5D7CA}" dt="2025-07-23T02:13:20.321" v="284" actId="47"/>
        <pc:sldMkLst>
          <pc:docMk/>
          <pc:sldMk cId="3943895987" sldId="1070"/>
        </pc:sldMkLst>
      </pc:sldChg>
      <pc:sldChg chg="del">
        <pc:chgData name="Yogesh G R" userId="8a16e0da-f802-4978-adc3-8d4c4511aac3" providerId="ADAL" clId="{3EA9D5E4-607A-4EA4-B006-5C29C3D5D7CA}" dt="2025-07-23T02:13:20.797" v="285" actId="47"/>
        <pc:sldMkLst>
          <pc:docMk/>
          <pc:sldMk cId="1160971333" sldId="1071"/>
        </pc:sldMkLst>
      </pc:sldChg>
      <pc:sldChg chg="del">
        <pc:chgData name="Yogesh G R" userId="8a16e0da-f802-4978-adc3-8d4c4511aac3" providerId="ADAL" clId="{3EA9D5E4-607A-4EA4-B006-5C29C3D5D7CA}" dt="2025-07-23T02:13:21.129" v="286" actId="47"/>
        <pc:sldMkLst>
          <pc:docMk/>
          <pc:sldMk cId="770864188" sldId="1072"/>
        </pc:sldMkLst>
      </pc:sldChg>
      <pc:sldChg chg="del">
        <pc:chgData name="Yogesh G R" userId="8a16e0da-f802-4978-adc3-8d4c4511aac3" providerId="ADAL" clId="{3EA9D5E4-607A-4EA4-B006-5C29C3D5D7CA}" dt="2025-07-23T02:13:21.663" v="287" actId="47"/>
        <pc:sldMkLst>
          <pc:docMk/>
          <pc:sldMk cId="4064507649" sldId="1074"/>
        </pc:sldMkLst>
      </pc:sldChg>
      <pc:sldChg chg="del">
        <pc:chgData name="Yogesh G R" userId="8a16e0da-f802-4978-adc3-8d4c4511aac3" providerId="ADAL" clId="{3EA9D5E4-607A-4EA4-B006-5C29C3D5D7CA}" dt="2025-07-23T02:13:22.171" v="288" actId="47"/>
        <pc:sldMkLst>
          <pc:docMk/>
          <pc:sldMk cId="2403463534" sldId="1075"/>
        </pc:sldMkLst>
      </pc:sldChg>
      <pc:sldChg chg="del">
        <pc:chgData name="Yogesh G R" userId="8a16e0da-f802-4978-adc3-8d4c4511aac3" providerId="ADAL" clId="{3EA9D5E4-607A-4EA4-B006-5C29C3D5D7CA}" dt="2025-07-23T02:13:16.692" v="278" actId="47"/>
        <pc:sldMkLst>
          <pc:docMk/>
          <pc:sldMk cId="3034575014" sldId="1076"/>
        </pc:sldMkLst>
      </pc:sldChg>
      <pc:sldChg chg="del">
        <pc:chgData name="Yogesh G R" userId="8a16e0da-f802-4978-adc3-8d4c4511aac3" providerId="ADAL" clId="{3EA9D5E4-607A-4EA4-B006-5C29C3D5D7CA}" dt="2025-07-23T02:13:18.475" v="281" actId="47"/>
        <pc:sldMkLst>
          <pc:docMk/>
          <pc:sldMk cId="2947593042" sldId="1077"/>
        </pc:sldMkLst>
      </pc:sldChg>
      <pc:sldChg chg="modSp mod modNotesTx">
        <pc:chgData name="Yogesh G R" userId="8a16e0da-f802-4978-adc3-8d4c4511aac3" providerId="ADAL" clId="{3EA9D5E4-607A-4EA4-B006-5C29C3D5D7CA}" dt="2025-07-26T01:05:00.296" v="698" actId="6549"/>
        <pc:sldMkLst>
          <pc:docMk/>
          <pc:sldMk cId="1638090868" sldId="1078"/>
        </pc:sldMkLst>
        <pc:spChg chg="mod">
          <ac:chgData name="Yogesh G R" userId="8a16e0da-f802-4978-adc3-8d4c4511aac3" providerId="ADAL" clId="{3EA9D5E4-607A-4EA4-B006-5C29C3D5D7CA}" dt="2025-07-23T01:50:46.726" v="24" actId="404"/>
          <ac:spMkLst>
            <pc:docMk/>
            <pc:sldMk cId="1638090868" sldId="1078"/>
            <ac:spMk id="3" creationId="{854F057C-C71E-FA41-0665-E90443920B5D}"/>
          </ac:spMkLst>
        </pc:spChg>
      </pc:sldChg>
      <pc:sldChg chg="modSp mod modNotesTx">
        <pc:chgData name="Yogesh G R" userId="8a16e0da-f802-4978-adc3-8d4c4511aac3" providerId="ADAL" clId="{3EA9D5E4-607A-4EA4-B006-5C29C3D5D7CA}" dt="2025-07-26T01:05:04.890" v="699" actId="6549"/>
        <pc:sldMkLst>
          <pc:docMk/>
          <pc:sldMk cId="2872401360" sldId="1079"/>
        </pc:sldMkLst>
        <pc:spChg chg="mod">
          <ac:chgData name="Yogesh G R" userId="8a16e0da-f802-4978-adc3-8d4c4511aac3" providerId="ADAL" clId="{3EA9D5E4-607A-4EA4-B006-5C29C3D5D7CA}" dt="2025-07-23T06:19:02.368" v="302" actId="20577"/>
          <ac:spMkLst>
            <pc:docMk/>
            <pc:sldMk cId="2872401360" sldId="1079"/>
            <ac:spMk id="2" creationId="{6445AF61-4649-E755-4F12-8BF936440506}"/>
          </ac:spMkLst>
        </pc:spChg>
        <pc:spChg chg="mod">
          <ac:chgData name="Yogesh G R" userId="8a16e0da-f802-4978-adc3-8d4c4511aac3" providerId="ADAL" clId="{3EA9D5E4-607A-4EA4-B006-5C29C3D5D7CA}" dt="2025-07-23T02:14:52.907" v="300" actId="12"/>
          <ac:spMkLst>
            <pc:docMk/>
            <pc:sldMk cId="2872401360" sldId="1079"/>
            <ac:spMk id="3" creationId="{80251979-5D12-4C45-F233-015670AFAB83}"/>
          </ac:spMkLst>
        </pc:spChg>
      </pc:sldChg>
      <pc:sldChg chg="del">
        <pc:chgData name="Yogesh G R" userId="8a16e0da-f802-4978-adc3-8d4c4511aac3" providerId="ADAL" clId="{3EA9D5E4-607A-4EA4-B006-5C29C3D5D7CA}" dt="2025-07-23T02:13:08.867" v="273" actId="47"/>
        <pc:sldMkLst>
          <pc:docMk/>
          <pc:sldMk cId="2392082255" sldId="1080"/>
        </pc:sldMkLst>
      </pc:sldChg>
      <pc:sldChg chg="del">
        <pc:chgData name="Yogesh G R" userId="8a16e0da-f802-4978-adc3-8d4c4511aac3" providerId="ADAL" clId="{3EA9D5E4-607A-4EA4-B006-5C29C3D5D7CA}" dt="2025-07-23T02:13:17.088" v="279" actId="47"/>
        <pc:sldMkLst>
          <pc:docMk/>
          <pc:sldMk cId="1716001629" sldId="1081"/>
        </pc:sldMkLst>
      </pc:sldChg>
      <pc:sldChg chg="addSp delSp modSp add mod ord modAnim modNotesTx">
        <pc:chgData name="Yogesh G R" userId="8a16e0da-f802-4978-adc3-8d4c4511aac3" providerId="ADAL" clId="{3EA9D5E4-607A-4EA4-B006-5C29C3D5D7CA}" dt="2025-07-26T01:05:08.883" v="700" actId="6549"/>
        <pc:sldMkLst>
          <pc:docMk/>
          <pc:sldMk cId="481549601" sldId="1082"/>
        </pc:sldMkLst>
        <pc:spChg chg="mod">
          <ac:chgData name="Yogesh G R" userId="8a16e0da-f802-4978-adc3-8d4c4511aac3" providerId="ADAL" clId="{3EA9D5E4-607A-4EA4-B006-5C29C3D5D7CA}" dt="2025-07-23T01:55:18.721" v="66"/>
          <ac:spMkLst>
            <pc:docMk/>
            <pc:sldMk cId="481549601" sldId="1082"/>
            <ac:spMk id="2" creationId="{EC465EF4-4C2C-F195-4C79-6CC6D38D65E9}"/>
          </ac:spMkLst>
        </pc:spChg>
        <pc:spChg chg="mod">
          <ac:chgData name="Yogesh G R" userId="8a16e0da-f802-4978-adc3-8d4c4511aac3" providerId="ADAL" clId="{3EA9D5E4-607A-4EA4-B006-5C29C3D5D7CA}" dt="2025-07-23T01:55:04.299" v="60" actId="6549"/>
          <ac:spMkLst>
            <pc:docMk/>
            <pc:sldMk cId="481549601" sldId="1082"/>
            <ac:spMk id="3" creationId="{70E0AA42-20D2-9608-4CA6-F9668C20FBFB}"/>
          </ac:spMkLst>
        </pc:spChg>
      </pc:sldChg>
      <pc:sldChg chg="modSp add mod modAnim modNotesTx">
        <pc:chgData name="Yogesh G R" userId="8a16e0da-f802-4978-adc3-8d4c4511aac3" providerId="ADAL" clId="{3EA9D5E4-607A-4EA4-B006-5C29C3D5D7CA}" dt="2025-07-26T01:05:18.496" v="702" actId="6549"/>
        <pc:sldMkLst>
          <pc:docMk/>
          <pc:sldMk cId="3210380658" sldId="1083"/>
        </pc:sldMkLst>
        <pc:spChg chg="mod">
          <ac:chgData name="Yogesh G R" userId="8a16e0da-f802-4978-adc3-8d4c4511aac3" providerId="ADAL" clId="{3EA9D5E4-607A-4EA4-B006-5C29C3D5D7CA}" dt="2025-07-23T01:57:40.451" v="72"/>
          <ac:spMkLst>
            <pc:docMk/>
            <pc:sldMk cId="3210380658" sldId="1083"/>
            <ac:spMk id="2" creationId="{ACE73A80-B640-2DCC-E4EB-A99557CF8F71}"/>
          </ac:spMkLst>
        </pc:spChg>
        <pc:spChg chg="mod">
          <ac:chgData name="Yogesh G R" userId="8a16e0da-f802-4978-adc3-8d4c4511aac3" providerId="ADAL" clId="{3EA9D5E4-607A-4EA4-B006-5C29C3D5D7CA}" dt="2025-07-23T06:54:21.910" v="341" actId="6549"/>
          <ac:spMkLst>
            <pc:docMk/>
            <pc:sldMk cId="3210380658" sldId="1083"/>
            <ac:spMk id="3" creationId="{0F308D89-9031-8931-71EB-D01DDF2EA7DE}"/>
          </ac:spMkLst>
        </pc:spChg>
      </pc:sldChg>
      <pc:sldChg chg="addSp delSp modSp add del mod modClrScheme modAnim chgLayout">
        <pc:chgData name="Yogesh G R" userId="8a16e0da-f802-4978-adc3-8d4c4511aac3" providerId="ADAL" clId="{3EA9D5E4-607A-4EA4-B006-5C29C3D5D7CA}" dt="2025-07-23T07:18:30.301" v="420" actId="47"/>
        <pc:sldMkLst>
          <pc:docMk/>
          <pc:sldMk cId="637152577" sldId="1084"/>
        </pc:sldMkLst>
      </pc:sldChg>
      <pc:sldChg chg="add del">
        <pc:chgData name="Yogesh G R" userId="8a16e0da-f802-4978-adc3-8d4c4511aac3" providerId="ADAL" clId="{3EA9D5E4-607A-4EA4-B006-5C29C3D5D7CA}" dt="2025-07-23T01:55:27.910" v="69"/>
        <pc:sldMkLst>
          <pc:docMk/>
          <pc:sldMk cId="855905599" sldId="1084"/>
        </pc:sldMkLst>
      </pc:sldChg>
      <pc:sldChg chg="addSp delSp modSp add mod delAnim modAnim modNotesTx">
        <pc:chgData name="Yogesh G R" userId="8a16e0da-f802-4978-adc3-8d4c4511aac3" providerId="ADAL" clId="{3EA9D5E4-607A-4EA4-B006-5C29C3D5D7CA}" dt="2025-07-26T01:05:45.702" v="706" actId="6549"/>
        <pc:sldMkLst>
          <pc:docMk/>
          <pc:sldMk cId="472307477" sldId="1085"/>
        </pc:sldMkLst>
        <pc:spChg chg="mod">
          <ac:chgData name="Yogesh G R" userId="8a16e0da-f802-4978-adc3-8d4c4511aac3" providerId="ADAL" clId="{3EA9D5E4-607A-4EA4-B006-5C29C3D5D7CA}" dt="2025-07-23T01:59:29.042" v="101"/>
          <ac:spMkLst>
            <pc:docMk/>
            <pc:sldMk cId="472307477" sldId="1085"/>
            <ac:spMk id="2" creationId="{94D8F354-55DD-0DBA-4C63-24F2AEC2ADB7}"/>
          </ac:spMkLst>
        </pc:spChg>
        <pc:picChg chg="add mod">
          <ac:chgData name="Yogesh G R" userId="8a16e0da-f802-4978-adc3-8d4c4511aac3" providerId="ADAL" clId="{3EA9D5E4-607A-4EA4-B006-5C29C3D5D7CA}" dt="2025-07-24T02:20:43.751" v="519" actId="1076"/>
          <ac:picMkLst>
            <pc:docMk/>
            <pc:sldMk cId="472307477" sldId="1085"/>
            <ac:picMk id="17412" creationId="{84B61926-230B-0E7B-D564-5AFBA4FCD6F1}"/>
          </ac:picMkLst>
        </pc:picChg>
      </pc:sldChg>
      <pc:sldChg chg="addSp modSp add del mod modAnim">
        <pc:chgData name="Yogesh G R" userId="8a16e0da-f802-4978-adc3-8d4c4511aac3" providerId="ADAL" clId="{3EA9D5E4-607A-4EA4-B006-5C29C3D5D7CA}" dt="2025-07-24T23:01:09.790" v="566" actId="47"/>
        <pc:sldMkLst>
          <pc:docMk/>
          <pc:sldMk cId="214221540" sldId="1086"/>
        </pc:sldMkLst>
      </pc:sldChg>
      <pc:sldChg chg="delSp modSp add mod modAnim modNotesTx">
        <pc:chgData name="Yogesh G R" userId="8a16e0da-f802-4978-adc3-8d4c4511aac3" providerId="ADAL" clId="{3EA9D5E4-607A-4EA4-B006-5C29C3D5D7CA}" dt="2025-07-26T01:05:13.568" v="701" actId="6549"/>
        <pc:sldMkLst>
          <pc:docMk/>
          <pc:sldMk cId="2844749801" sldId="1087"/>
        </pc:sldMkLst>
        <pc:spChg chg="mod">
          <ac:chgData name="Yogesh G R" userId="8a16e0da-f802-4978-adc3-8d4c4511aac3" providerId="ADAL" clId="{3EA9D5E4-607A-4EA4-B006-5C29C3D5D7CA}" dt="2025-07-23T02:02:32.937" v="133" actId="1076"/>
          <ac:spMkLst>
            <pc:docMk/>
            <pc:sldMk cId="2844749801" sldId="1087"/>
            <ac:spMk id="3" creationId="{E3A27D5F-E303-5187-6C9D-E439AE97695F}"/>
          </ac:spMkLst>
        </pc:spChg>
      </pc:sldChg>
      <pc:sldChg chg="modSp add modAnim modNotesTx">
        <pc:chgData name="Yogesh G R" userId="8a16e0da-f802-4978-adc3-8d4c4511aac3" providerId="ADAL" clId="{3EA9D5E4-607A-4EA4-B006-5C29C3D5D7CA}" dt="2025-07-26T01:05:56.397" v="709" actId="6549"/>
        <pc:sldMkLst>
          <pc:docMk/>
          <pc:sldMk cId="728374565" sldId="1088"/>
        </pc:sldMkLst>
        <pc:spChg chg="mod">
          <ac:chgData name="Yogesh G R" userId="8a16e0da-f802-4978-adc3-8d4c4511aac3" providerId="ADAL" clId="{3EA9D5E4-607A-4EA4-B006-5C29C3D5D7CA}" dt="2025-07-23T02:02:56.759" v="138" actId="20577"/>
          <ac:spMkLst>
            <pc:docMk/>
            <pc:sldMk cId="728374565" sldId="1088"/>
            <ac:spMk id="3" creationId="{BE7506D8-E0FB-5ABA-80E7-A4B9DB72A900}"/>
          </ac:spMkLst>
        </pc:spChg>
      </pc:sldChg>
      <pc:sldChg chg="addSp delSp modSp add mod delAnim modAnim modNotesTx">
        <pc:chgData name="Yogesh G R" userId="8a16e0da-f802-4978-adc3-8d4c4511aac3" providerId="ADAL" clId="{3EA9D5E4-607A-4EA4-B006-5C29C3D5D7CA}" dt="2025-07-26T01:05:59.964" v="710" actId="6549"/>
        <pc:sldMkLst>
          <pc:docMk/>
          <pc:sldMk cId="1315288831" sldId="1089"/>
        </pc:sldMkLst>
        <pc:spChg chg="mod">
          <ac:chgData name="Yogesh G R" userId="8a16e0da-f802-4978-adc3-8d4c4511aac3" providerId="ADAL" clId="{3EA9D5E4-607A-4EA4-B006-5C29C3D5D7CA}" dt="2025-07-23T02:06:56.865" v="144"/>
          <ac:spMkLst>
            <pc:docMk/>
            <pc:sldMk cId="1315288831" sldId="1089"/>
            <ac:spMk id="2" creationId="{CFB1AB80-86A0-2037-1CBE-2EA8D4847843}"/>
          </ac:spMkLst>
        </pc:spChg>
        <pc:spChg chg="del mod">
          <ac:chgData name="Yogesh G R" userId="8a16e0da-f802-4978-adc3-8d4c4511aac3" providerId="ADAL" clId="{3EA9D5E4-607A-4EA4-B006-5C29C3D5D7CA}" dt="2025-07-25T07:09:26.736" v="604" actId="478"/>
          <ac:spMkLst>
            <pc:docMk/>
            <pc:sldMk cId="1315288831" sldId="1089"/>
            <ac:spMk id="3" creationId="{C9D9B313-02E7-CB12-BF29-DE5B7932B4E5}"/>
          </ac:spMkLst>
        </pc:spChg>
        <pc:spChg chg="add del mod">
          <ac:chgData name="Yogesh G R" userId="8a16e0da-f802-4978-adc3-8d4c4511aac3" providerId="ADAL" clId="{3EA9D5E4-607A-4EA4-B006-5C29C3D5D7CA}" dt="2025-07-25T07:09:30.079" v="605" actId="478"/>
          <ac:spMkLst>
            <pc:docMk/>
            <pc:sldMk cId="1315288831" sldId="1089"/>
            <ac:spMk id="11" creationId="{473703B7-CCCB-1F13-1CA5-3CAB19402C01}"/>
          </ac:spMkLst>
        </pc:spChg>
        <pc:picChg chg="add del mod">
          <ac:chgData name="Yogesh G R" userId="8a16e0da-f802-4978-adc3-8d4c4511aac3" providerId="ADAL" clId="{3EA9D5E4-607A-4EA4-B006-5C29C3D5D7CA}" dt="2025-07-25T07:07:45.908" v="588" actId="478"/>
          <ac:picMkLst>
            <pc:docMk/>
            <pc:sldMk cId="1315288831" sldId="1089"/>
            <ac:picMk id="5" creationId="{0D0B9FED-F9B6-E99A-AC34-E27D534BED8C}"/>
          </ac:picMkLst>
        </pc:picChg>
        <pc:picChg chg="add del mod">
          <ac:chgData name="Yogesh G R" userId="8a16e0da-f802-4978-adc3-8d4c4511aac3" providerId="ADAL" clId="{3EA9D5E4-607A-4EA4-B006-5C29C3D5D7CA}" dt="2025-07-25T07:08:08.019" v="590" actId="478"/>
          <ac:picMkLst>
            <pc:docMk/>
            <pc:sldMk cId="1315288831" sldId="1089"/>
            <ac:picMk id="7" creationId="{CD14B73C-16F8-CADC-A03D-778AAD4F104A}"/>
          </ac:picMkLst>
        </pc:picChg>
        <pc:picChg chg="add del mod modCrop">
          <ac:chgData name="Yogesh G R" userId="8a16e0da-f802-4978-adc3-8d4c4511aac3" providerId="ADAL" clId="{3EA9D5E4-607A-4EA4-B006-5C29C3D5D7CA}" dt="2025-07-25T07:10:54.172" v="610" actId="478"/>
          <ac:picMkLst>
            <pc:docMk/>
            <pc:sldMk cId="1315288831" sldId="1089"/>
            <ac:picMk id="9" creationId="{53F28F86-4D25-A648-95DB-F973E90F3D3E}"/>
          </ac:picMkLst>
        </pc:picChg>
        <pc:picChg chg="add mod modCrop">
          <ac:chgData name="Yogesh G R" userId="8a16e0da-f802-4978-adc3-8d4c4511aac3" providerId="ADAL" clId="{3EA9D5E4-607A-4EA4-B006-5C29C3D5D7CA}" dt="2025-07-25T07:11:17.615" v="618" actId="14100"/>
          <ac:picMkLst>
            <pc:docMk/>
            <pc:sldMk cId="1315288831" sldId="1089"/>
            <ac:picMk id="13" creationId="{D4A4F90B-0E64-44FE-E293-19F3A770AE12}"/>
          </ac:picMkLst>
        </pc:picChg>
      </pc:sldChg>
      <pc:sldChg chg="addSp delSp modSp add mod modAnim modNotesTx">
        <pc:chgData name="Yogesh G R" userId="8a16e0da-f802-4978-adc3-8d4c4511aac3" providerId="ADAL" clId="{3EA9D5E4-607A-4EA4-B006-5C29C3D5D7CA}" dt="2025-07-26T00:31:40.182" v="668" actId="1076"/>
        <pc:sldMkLst>
          <pc:docMk/>
          <pc:sldMk cId="1189177706" sldId="1090"/>
        </pc:sldMkLst>
        <pc:spChg chg="mod">
          <ac:chgData name="Yogesh G R" userId="8a16e0da-f802-4978-adc3-8d4c4511aac3" providerId="ADAL" clId="{3EA9D5E4-607A-4EA4-B006-5C29C3D5D7CA}" dt="2025-07-23T02:07:33.197" v="159" actId="20577"/>
          <ac:spMkLst>
            <pc:docMk/>
            <pc:sldMk cId="1189177706" sldId="1090"/>
            <ac:spMk id="2" creationId="{7B5AA55D-82D0-E220-ABFC-840A265873D6}"/>
          </ac:spMkLst>
        </pc:spChg>
        <pc:spChg chg="mod">
          <ac:chgData name="Yogesh G R" userId="8a16e0da-f802-4978-adc3-8d4c4511aac3" providerId="ADAL" clId="{3EA9D5E4-607A-4EA4-B006-5C29C3D5D7CA}" dt="2025-07-26T00:31:26.377" v="665" actId="5793"/>
          <ac:spMkLst>
            <pc:docMk/>
            <pc:sldMk cId="1189177706" sldId="1090"/>
            <ac:spMk id="3" creationId="{0B967B77-7ECB-E101-00EE-674B9EF8C805}"/>
          </ac:spMkLst>
        </pc:spChg>
        <pc:spChg chg="add del">
          <ac:chgData name="Yogesh G R" userId="8a16e0da-f802-4978-adc3-8d4c4511aac3" providerId="ADAL" clId="{3EA9D5E4-607A-4EA4-B006-5C29C3D5D7CA}" dt="2025-07-26T00:30:22.839" v="629" actId="478"/>
          <ac:spMkLst>
            <pc:docMk/>
            <pc:sldMk cId="1189177706" sldId="1090"/>
            <ac:spMk id="4" creationId="{3DB4378E-B84B-1C7C-7CE9-DAFE0ED6F197}"/>
          </ac:spMkLst>
        </pc:spChg>
        <pc:picChg chg="add mod">
          <ac:chgData name="Yogesh G R" userId="8a16e0da-f802-4978-adc3-8d4c4511aac3" providerId="ADAL" clId="{3EA9D5E4-607A-4EA4-B006-5C29C3D5D7CA}" dt="2025-07-26T00:31:40.182" v="668" actId="1076"/>
          <ac:picMkLst>
            <pc:docMk/>
            <pc:sldMk cId="1189177706" sldId="1090"/>
            <ac:picMk id="2050" creationId="{EF9D29DA-784E-C01B-F4D3-30B0C9C0685C}"/>
          </ac:picMkLst>
        </pc:picChg>
      </pc:sldChg>
      <pc:sldChg chg="modSp add mod ord modAnim modNotesTx">
        <pc:chgData name="Yogesh G R" userId="8a16e0da-f802-4978-adc3-8d4c4511aac3" providerId="ADAL" clId="{3EA9D5E4-607A-4EA4-B006-5C29C3D5D7CA}" dt="2025-07-26T01:14:53.257" v="743" actId="20577"/>
        <pc:sldMkLst>
          <pc:docMk/>
          <pc:sldMk cId="37357533" sldId="1091"/>
        </pc:sldMkLst>
        <pc:spChg chg="mod">
          <ac:chgData name="Yogesh G R" userId="8a16e0da-f802-4978-adc3-8d4c4511aac3" providerId="ADAL" clId="{3EA9D5E4-607A-4EA4-B006-5C29C3D5D7CA}" dt="2025-07-23T02:09:15.299" v="194" actId="20577"/>
          <ac:spMkLst>
            <pc:docMk/>
            <pc:sldMk cId="37357533" sldId="1091"/>
            <ac:spMk id="2" creationId="{DC79A2E2-C51B-B95F-00A2-7F14EA2075F8}"/>
          </ac:spMkLst>
        </pc:spChg>
        <pc:spChg chg="mod">
          <ac:chgData name="Yogesh G R" userId="8a16e0da-f802-4978-adc3-8d4c4511aac3" providerId="ADAL" clId="{3EA9D5E4-607A-4EA4-B006-5C29C3D5D7CA}" dt="2025-07-26T01:14:53.257" v="743" actId="20577"/>
          <ac:spMkLst>
            <pc:docMk/>
            <pc:sldMk cId="37357533" sldId="1091"/>
            <ac:spMk id="3" creationId="{1C3B5B38-A8F2-AC33-1FE3-02551DD3BB71}"/>
          </ac:spMkLst>
        </pc:spChg>
      </pc:sldChg>
      <pc:sldChg chg="addSp delSp modSp add mod ord delAnim modAnim modNotesTx">
        <pc:chgData name="Yogesh G R" userId="8a16e0da-f802-4978-adc3-8d4c4511aac3" providerId="ADAL" clId="{3EA9D5E4-607A-4EA4-B006-5C29C3D5D7CA}" dt="2025-07-26T01:45:15.552" v="845" actId="207"/>
        <pc:sldMkLst>
          <pc:docMk/>
          <pc:sldMk cId="3255202554" sldId="1092"/>
        </pc:sldMkLst>
        <pc:spChg chg="mod">
          <ac:chgData name="Yogesh G R" userId="8a16e0da-f802-4978-adc3-8d4c4511aac3" providerId="ADAL" clId="{3EA9D5E4-607A-4EA4-B006-5C29C3D5D7CA}" dt="2025-07-26T01:33:20.507" v="802" actId="1035"/>
          <ac:spMkLst>
            <pc:docMk/>
            <pc:sldMk cId="3255202554" sldId="1092"/>
            <ac:spMk id="2" creationId="{37BC1D82-2463-90A3-C7CD-FAED51C2FF2A}"/>
          </ac:spMkLst>
        </pc:spChg>
        <pc:spChg chg="del mod">
          <ac:chgData name="Yogesh G R" userId="8a16e0da-f802-4978-adc3-8d4c4511aac3" providerId="ADAL" clId="{3EA9D5E4-607A-4EA4-B006-5C29C3D5D7CA}" dt="2025-07-26T01:33:39.094" v="803" actId="478"/>
          <ac:spMkLst>
            <pc:docMk/>
            <pc:sldMk cId="3255202554" sldId="1092"/>
            <ac:spMk id="3" creationId="{FCEE908E-CCCC-41C1-D77B-9E51535BDEEC}"/>
          </ac:spMkLst>
        </pc:spChg>
        <pc:spChg chg="add del mod">
          <ac:chgData name="Yogesh G R" userId="8a16e0da-f802-4978-adc3-8d4c4511aac3" providerId="ADAL" clId="{3EA9D5E4-607A-4EA4-B006-5C29C3D5D7CA}" dt="2025-07-26T01:33:41.800" v="804" actId="478"/>
          <ac:spMkLst>
            <pc:docMk/>
            <pc:sldMk cId="3255202554" sldId="1092"/>
            <ac:spMk id="5" creationId="{1F77CC9D-2054-F1CB-4381-A635CF1877E5}"/>
          </ac:spMkLst>
        </pc:spChg>
        <pc:graphicFrameChg chg="add mod modGraphic">
          <ac:chgData name="Yogesh G R" userId="8a16e0da-f802-4978-adc3-8d4c4511aac3" providerId="ADAL" clId="{3EA9D5E4-607A-4EA4-B006-5C29C3D5D7CA}" dt="2025-07-26T01:45:15.552" v="845" actId="207"/>
          <ac:graphicFrameMkLst>
            <pc:docMk/>
            <pc:sldMk cId="3255202554" sldId="1092"/>
            <ac:graphicFrameMk id="6" creationId="{404000A2-E9B6-84C9-6362-30F1287F3A33}"/>
          </ac:graphicFrameMkLst>
        </pc:graphicFrameChg>
      </pc:sldChg>
      <pc:sldChg chg="modSp add del modNotesTx">
        <pc:chgData name="Yogesh G R" userId="8a16e0da-f802-4978-adc3-8d4c4511aac3" providerId="ADAL" clId="{3EA9D5E4-607A-4EA4-B006-5C29C3D5D7CA}" dt="2025-07-26T02:45:49.282" v="891" actId="47"/>
        <pc:sldMkLst>
          <pc:docMk/>
          <pc:sldMk cId="1443922635" sldId="1093"/>
        </pc:sldMkLst>
        <pc:spChg chg="mod">
          <ac:chgData name="Yogesh G R" userId="8a16e0da-f802-4978-adc3-8d4c4511aac3" providerId="ADAL" clId="{3EA9D5E4-607A-4EA4-B006-5C29C3D5D7CA}" dt="2025-07-23T02:08:41.341" v="184" actId="20577"/>
          <ac:spMkLst>
            <pc:docMk/>
            <pc:sldMk cId="1443922635" sldId="1093"/>
            <ac:spMk id="3" creationId="{75FB7135-2431-548B-DFD4-B8B5EF2BD7C1}"/>
          </ac:spMkLst>
        </pc:spChg>
      </pc:sldChg>
      <pc:sldChg chg="modSp add mod modAnim modNotesTx">
        <pc:chgData name="Yogesh G R" userId="8a16e0da-f802-4978-adc3-8d4c4511aac3" providerId="ADAL" clId="{3EA9D5E4-607A-4EA4-B006-5C29C3D5D7CA}" dt="2025-07-26T02:45:10.673" v="888" actId="20577"/>
        <pc:sldMkLst>
          <pc:docMk/>
          <pc:sldMk cId="3397462982" sldId="1094"/>
        </pc:sldMkLst>
        <pc:spChg chg="mod">
          <ac:chgData name="Yogesh G R" userId="8a16e0da-f802-4978-adc3-8d4c4511aac3" providerId="ADAL" clId="{3EA9D5E4-607A-4EA4-B006-5C29C3D5D7CA}" dt="2025-07-23T02:10:51.522" v="233" actId="20577"/>
          <ac:spMkLst>
            <pc:docMk/>
            <pc:sldMk cId="3397462982" sldId="1094"/>
            <ac:spMk id="2" creationId="{EFDF0D6C-2552-6C86-8D9B-B1C9B7FEC4B4}"/>
          </ac:spMkLst>
        </pc:spChg>
        <pc:spChg chg="mod">
          <ac:chgData name="Yogesh G R" userId="8a16e0da-f802-4978-adc3-8d4c4511aac3" providerId="ADAL" clId="{3EA9D5E4-607A-4EA4-B006-5C29C3D5D7CA}" dt="2025-07-26T02:45:08.297" v="886" actId="5793"/>
          <ac:spMkLst>
            <pc:docMk/>
            <pc:sldMk cId="3397462982" sldId="1094"/>
            <ac:spMk id="3" creationId="{A8D0C05C-4297-BEE0-99CE-7EDBDB21F2B0}"/>
          </ac:spMkLst>
        </pc:spChg>
      </pc:sldChg>
      <pc:sldChg chg="modSp add del mod modAnim modNotesTx">
        <pc:chgData name="Yogesh G R" userId="8a16e0da-f802-4978-adc3-8d4c4511aac3" providerId="ADAL" clId="{3EA9D5E4-607A-4EA4-B006-5C29C3D5D7CA}" dt="2025-07-26T02:45:15.695" v="889" actId="47"/>
        <pc:sldMkLst>
          <pc:docMk/>
          <pc:sldMk cId="472367037" sldId="1095"/>
        </pc:sldMkLst>
        <pc:spChg chg="mod">
          <ac:chgData name="Yogesh G R" userId="8a16e0da-f802-4978-adc3-8d4c4511aac3" providerId="ADAL" clId="{3EA9D5E4-607A-4EA4-B006-5C29C3D5D7CA}" dt="2025-07-23T02:12:05.793" v="265" actId="27636"/>
          <ac:spMkLst>
            <pc:docMk/>
            <pc:sldMk cId="472367037" sldId="1095"/>
            <ac:spMk id="2" creationId="{505D5277-38C5-FFB6-5B3C-36C2E4273BD0}"/>
          </ac:spMkLst>
        </pc:spChg>
        <pc:spChg chg="mod">
          <ac:chgData name="Yogesh G R" userId="8a16e0da-f802-4978-adc3-8d4c4511aac3" providerId="ADAL" clId="{3EA9D5E4-607A-4EA4-B006-5C29C3D5D7CA}" dt="2025-07-26T02:44:46.252" v="880" actId="21"/>
          <ac:spMkLst>
            <pc:docMk/>
            <pc:sldMk cId="472367037" sldId="1095"/>
            <ac:spMk id="3" creationId="{0F9A6888-E599-916B-B5E7-FC1929137E04}"/>
          </ac:spMkLst>
        </pc:spChg>
      </pc:sldChg>
      <pc:sldChg chg="modSp add del mod modAnim">
        <pc:chgData name="Yogesh G R" userId="8a16e0da-f802-4978-adc3-8d4c4511aac3" providerId="ADAL" clId="{3EA9D5E4-607A-4EA4-B006-5C29C3D5D7CA}" dt="2025-07-26T02:44:36.870" v="879" actId="47"/>
        <pc:sldMkLst>
          <pc:docMk/>
          <pc:sldMk cId="2934114828" sldId="1096"/>
        </pc:sldMkLst>
        <pc:spChg chg="mod">
          <ac:chgData name="Yogesh G R" userId="8a16e0da-f802-4978-adc3-8d4c4511aac3" providerId="ADAL" clId="{3EA9D5E4-607A-4EA4-B006-5C29C3D5D7CA}" dt="2025-07-23T02:11:23.780" v="248" actId="27636"/>
          <ac:spMkLst>
            <pc:docMk/>
            <pc:sldMk cId="2934114828" sldId="1096"/>
            <ac:spMk id="2" creationId="{FA872D7B-108A-104E-4B01-134BC1D9B09E}"/>
          </ac:spMkLst>
        </pc:spChg>
        <pc:spChg chg="mod">
          <ac:chgData name="Yogesh G R" userId="8a16e0da-f802-4978-adc3-8d4c4511aac3" providerId="ADAL" clId="{3EA9D5E4-607A-4EA4-B006-5C29C3D5D7CA}" dt="2025-07-26T02:44:30.979" v="877" actId="21"/>
          <ac:spMkLst>
            <pc:docMk/>
            <pc:sldMk cId="2934114828" sldId="1096"/>
            <ac:spMk id="3" creationId="{24DE78DB-0D9D-9828-371D-3F8899B478FC}"/>
          </ac:spMkLst>
        </pc:spChg>
      </pc:sldChg>
      <pc:sldChg chg="modSp add modAnim modNotesTx">
        <pc:chgData name="Yogesh G R" userId="8a16e0da-f802-4978-adc3-8d4c4511aac3" providerId="ADAL" clId="{3EA9D5E4-607A-4EA4-B006-5C29C3D5D7CA}" dt="2025-07-26T01:04:51.333" v="697" actId="20577"/>
        <pc:sldMkLst>
          <pc:docMk/>
          <pc:sldMk cId="848083030" sldId="1097"/>
        </pc:sldMkLst>
        <pc:spChg chg="mod">
          <ac:chgData name="Yogesh G R" userId="8a16e0da-f802-4978-adc3-8d4c4511aac3" providerId="ADAL" clId="{3EA9D5E4-607A-4EA4-B006-5C29C3D5D7CA}" dt="2025-07-23T07:02:53.028" v="409" actId="20577"/>
          <ac:spMkLst>
            <pc:docMk/>
            <pc:sldMk cId="848083030" sldId="1097"/>
            <ac:spMk id="3" creationId="{91F81E36-0C62-054D-CDE9-E6DE4C986AB5}"/>
          </ac:spMkLst>
        </pc:spChg>
      </pc:sldChg>
      <pc:sldChg chg="add del">
        <pc:chgData name="Yogesh G R" userId="8a16e0da-f802-4978-adc3-8d4c4511aac3" providerId="ADAL" clId="{3EA9D5E4-607A-4EA4-B006-5C29C3D5D7CA}" dt="2025-07-23T06:51:48.811" v="331" actId="47"/>
        <pc:sldMkLst>
          <pc:docMk/>
          <pc:sldMk cId="1600208579" sldId="1097"/>
        </pc:sldMkLst>
      </pc:sldChg>
      <pc:sldChg chg="add del">
        <pc:chgData name="Yogesh G R" userId="8a16e0da-f802-4978-adc3-8d4c4511aac3" providerId="ADAL" clId="{3EA9D5E4-607A-4EA4-B006-5C29C3D5D7CA}" dt="2025-07-23T06:51:46.003" v="330"/>
        <pc:sldMkLst>
          <pc:docMk/>
          <pc:sldMk cId="1087015922" sldId="1098"/>
        </pc:sldMkLst>
      </pc:sldChg>
      <pc:sldChg chg="addSp delSp modSp add del mod modClrScheme delAnim chgLayout">
        <pc:chgData name="Yogesh G R" userId="8a16e0da-f802-4978-adc3-8d4c4511aac3" providerId="ADAL" clId="{3EA9D5E4-607A-4EA4-B006-5C29C3D5D7CA}" dt="2025-07-23T07:10:51.696" v="410" actId="47"/>
        <pc:sldMkLst>
          <pc:docMk/>
          <pc:sldMk cId="1894500130" sldId="1098"/>
        </pc:sldMkLst>
      </pc:sldChg>
      <pc:sldChg chg="addSp delSp modSp add mod delAnim modNotesTx">
        <pc:chgData name="Yogesh G R" userId="8a16e0da-f802-4978-adc3-8d4c4511aac3" providerId="ADAL" clId="{3EA9D5E4-607A-4EA4-B006-5C29C3D5D7CA}" dt="2025-07-26T01:05:28.399" v="703" actId="6549"/>
        <pc:sldMkLst>
          <pc:docMk/>
          <pc:sldMk cId="1610203296" sldId="1099"/>
        </pc:sldMkLst>
        <pc:graphicFrameChg chg="add mod modGraphic">
          <ac:chgData name="Yogesh G R" userId="8a16e0da-f802-4978-adc3-8d4c4511aac3" providerId="ADAL" clId="{3EA9D5E4-607A-4EA4-B006-5C29C3D5D7CA}" dt="2025-07-23T07:01:43.808" v="405" actId="207"/>
          <ac:graphicFrameMkLst>
            <pc:docMk/>
            <pc:sldMk cId="1610203296" sldId="1099"/>
            <ac:graphicFrameMk id="8" creationId="{8520A66C-185A-9D4E-02E7-214930159791}"/>
          </ac:graphicFrameMkLst>
        </pc:graphicFrameChg>
        <pc:picChg chg="add del mod">
          <ac:chgData name="Yogesh G R" userId="8a16e0da-f802-4978-adc3-8d4c4511aac3" providerId="ADAL" clId="{3EA9D5E4-607A-4EA4-B006-5C29C3D5D7CA}" dt="2025-07-26T01:01:48.288" v="691" actId="478"/>
          <ac:picMkLst>
            <pc:docMk/>
            <pc:sldMk cId="1610203296" sldId="1099"/>
            <ac:picMk id="4" creationId="{52E4C413-5A36-FE27-EDE1-ADBD509A73C5}"/>
          </ac:picMkLst>
        </pc:picChg>
      </pc:sldChg>
      <pc:sldChg chg="addSp delSp modSp add mod delAnim modAnim modNotesTx">
        <pc:chgData name="Yogesh G R" userId="8a16e0da-f802-4978-adc3-8d4c4511aac3" providerId="ADAL" clId="{3EA9D5E4-607A-4EA4-B006-5C29C3D5D7CA}" dt="2025-07-26T01:05:36.971" v="704" actId="6549"/>
        <pc:sldMkLst>
          <pc:docMk/>
          <pc:sldMk cId="2363163285" sldId="1100"/>
        </pc:sldMkLst>
        <pc:spChg chg="mod">
          <ac:chgData name="Yogesh G R" userId="8a16e0da-f802-4978-adc3-8d4c4511aac3" providerId="ADAL" clId="{3EA9D5E4-607A-4EA4-B006-5C29C3D5D7CA}" dt="2025-07-23T07:18:12.286" v="416" actId="20577"/>
          <ac:spMkLst>
            <pc:docMk/>
            <pc:sldMk cId="2363163285" sldId="1100"/>
            <ac:spMk id="2" creationId="{8064D0E2-7908-F9BC-46FD-E2FD5DC8F0F2}"/>
          </ac:spMkLst>
        </pc:spChg>
        <pc:picChg chg="add mod">
          <ac:chgData name="Yogesh G R" userId="8a16e0da-f802-4978-adc3-8d4c4511aac3" providerId="ADAL" clId="{3EA9D5E4-607A-4EA4-B006-5C29C3D5D7CA}" dt="2025-07-23T07:22:10.239" v="448" actId="1076"/>
          <ac:picMkLst>
            <pc:docMk/>
            <pc:sldMk cId="2363163285" sldId="1100"/>
            <ac:picMk id="21510" creationId="{8B7673C4-B017-6A0D-F93C-E7D26E326C3F}"/>
          </ac:picMkLst>
        </pc:picChg>
      </pc:sldChg>
      <pc:sldChg chg="addSp delSp modSp add mod delAnim modAnim modNotesTx">
        <pc:chgData name="Yogesh G R" userId="8a16e0da-f802-4978-adc3-8d4c4511aac3" providerId="ADAL" clId="{3EA9D5E4-607A-4EA4-B006-5C29C3D5D7CA}" dt="2025-07-26T01:05:42.074" v="705" actId="6549"/>
        <pc:sldMkLst>
          <pc:docMk/>
          <pc:sldMk cId="2539428442" sldId="1101"/>
        </pc:sldMkLst>
        <pc:spChg chg="mod">
          <ac:chgData name="Yogesh G R" userId="8a16e0da-f802-4978-adc3-8d4c4511aac3" providerId="ADAL" clId="{3EA9D5E4-607A-4EA4-B006-5C29C3D5D7CA}" dt="2025-07-24T01:40:40.935" v="471" actId="20577"/>
          <ac:spMkLst>
            <pc:docMk/>
            <pc:sldMk cId="2539428442" sldId="1101"/>
            <ac:spMk id="2" creationId="{2CF8D475-02A9-7A4C-76D8-B1E1C081E9A6}"/>
          </ac:spMkLst>
        </pc:spChg>
        <pc:picChg chg="add mod">
          <ac:chgData name="Yogesh G R" userId="8a16e0da-f802-4978-adc3-8d4c4511aac3" providerId="ADAL" clId="{3EA9D5E4-607A-4EA4-B006-5C29C3D5D7CA}" dt="2025-07-24T02:03:32.229" v="500" actId="14100"/>
          <ac:picMkLst>
            <pc:docMk/>
            <pc:sldMk cId="2539428442" sldId="1101"/>
            <ac:picMk id="6" creationId="{B7696C14-6223-5619-8C70-981E4E4CB9F0}"/>
          </ac:picMkLst>
        </pc:picChg>
        <pc:picChg chg="add mod">
          <ac:chgData name="Yogesh G R" userId="8a16e0da-f802-4978-adc3-8d4c4511aac3" providerId="ADAL" clId="{3EA9D5E4-607A-4EA4-B006-5C29C3D5D7CA}" dt="2025-07-24T02:03:22.717" v="497" actId="14100"/>
          <ac:picMkLst>
            <pc:docMk/>
            <pc:sldMk cId="2539428442" sldId="1101"/>
            <ac:picMk id="22534" creationId="{34DBAA8C-86B2-F660-4EE7-D8D859E203F4}"/>
          </ac:picMkLst>
        </pc:picChg>
        <pc:picChg chg="add mod">
          <ac:chgData name="Yogesh G R" userId="8a16e0da-f802-4978-adc3-8d4c4511aac3" providerId="ADAL" clId="{3EA9D5E4-607A-4EA4-B006-5C29C3D5D7CA}" dt="2025-07-24T02:03:13.326" v="495" actId="14100"/>
          <ac:picMkLst>
            <pc:docMk/>
            <pc:sldMk cId="2539428442" sldId="1101"/>
            <ac:picMk id="22540" creationId="{7304F646-A467-FEEB-1FA7-7ADB790B625F}"/>
          </ac:picMkLst>
        </pc:picChg>
      </pc:sldChg>
      <pc:sldChg chg="addSp delSp modSp add del mod delAnim">
        <pc:chgData name="Yogesh G R" userId="8a16e0da-f802-4978-adc3-8d4c4511aac3" providerId="ADAL" clId="{3EA9D5E4-607A-4EA4-B006-5C29C3D5D7CA}" dt="2025-07-24T22:56:41.389" v="542" actId="47"/>
        <pc:sldMkLst>
          <pc:docMk/>
          <pc:sldMk cId="978632595" sldId="1102"/>
        </pc:sldMkLst>
      </pc:sldChg>
      <pc:sldChg chg="addSp delSp modSp add mod delAnim modNotesTx">
        <pc:chgData name="Yogesh G R" userId="8a16e0da-f802-4978-adc3-8d4c4511aac3" providerId="ADAL" clId="{3EA9D5E4-607A-4EA4-B006-5C29C3D5D7CA}" dt="2025-07-26T01:05:49.328" v="707" actId="6549"/>
        <pc:sldMkLst>
          <pc:docMk/>
          <pc:sldMk cId="1778966089" sldId="1103"/>
        </pc:sldMkLst>
        <pc:graphicFrameChg chg="add mod modGraphic">
          <ac:chgData name="Yogesh G R" userId="8a16e0da-f802-4978-adc3-8d4c4511aac3" providerId="ADAL" clId="{3EA9D5E4-607A-4EA4-B006-5C29C3D5D7CA}" dt="2025-07-24T23:00:35.786" v="563"/>
          <ac:graphicFrameMkLst>
            <pc:docMk/>
            <pc:sldMk cId="1778966089" sldId="1103"/>
            <ac:graphicFrameMk id="7" creationId="{445ECBD1-E70C-7ACB-8FEB-2B93A793A986}"/>
          </ac:graphicFrameMkLst>
        </pc:graphicFrameChg>
      </pc:sldChg>
      <pc:sldChg chg="addSp delSp modSp add mod modNotesTx">
        <pc:chgData name="Yogesh G R" userId="8a16e0da-f802-4978-adc3-8d4c4511aac3" providerId="ADAL" clId="{3EA9D5E4-607A-4EA4-B006-5C29C3D5D7CA}" dt="2025-07-26T01:05:53.238" v="708" actId="6549"/>
        <pc:sldMkLst>
          <pc:docMk/>
          <pc:sldMk cId="3957939193" sldId="1104"/>
        </pc:sldMkLst>
        <pc:graphicFrameChg chg="mod modGraphic">
          <ac:chgData name="Yogesh G R" userId="8a16e0da-f802-4978-adc3-8d4c4511aac3" providerId="ADAL" clId="{3EA9D5E4-607A-4EA4-B006-5C29C3D5D7CA}" dt="2025-07-24T23:00:55.911" v="565"/>
          <ac:graphicFrameMkLst>
            <pc:docMk/>
            <pc:sldMk cId="3957939193" sldId="1104"/>
            <ac:graphicFrameMk id="7" creationId="{7AD2EF1B-D56D-4C4C-3429-E5B07FD49C54}"/>
          </ac:graphicFrameMkLst>
        </pc:graphicFrameChg>
        <pc:picChg chg="add del">
          <ac:chgData name="Yogesh G R" userId="8a16e0da-f802-4978-adc3-8d4c4511aac3" providerId="ADAL" clId="{3EA9D5E4-607A-4EA4-B006-5C29C3D5D7CA}" dt="2025-07-25T06:51:55.876" v="583" actId="478"/>
          <ac:picMkLst>
            <pc:docMk/>
            <pc:sldMk cId="3957939193" sldId="1104"/>
            <ac:picMk id="4" creationId="{3554B644-7C3F-6F06-3D11-924750C633F4}"/>
          </ac:picMkLst>
        </pc:picChg>
      </pc:sldChg>
      <pc:sldChg chg="delSp modSp add del mod">
        <pc:chgData name="Yogesh G R" userId="8a16e0da-f802-4978-adc3-8d4c4511aac3" providerId="ADAL" clId="{3EA9D5E4-607A-4EA4-B006-5C29C3D5D7CA}" dt="2025-07-25T06:52:05.780" v="585" actId="47"/>
        <pc:sldMkLst>
          <pc:docMk/>
          <pc:sldMk cId="270188465" sldId="1105"/>
        </pc:sldMkLst>
        <pc:picChg chg="del mod modCrop">
          <ac:chgData name="Yogesh G R" userId="8a16e0da-f802-4978-adc3-8d4c4511aac3" providerId="ADAL" clId="{3EA9D5E4-607A-4EA4-B006-5C29C3D5D7CA}" dt="2025-07-25T06:52:03.463" v="584" actId="478"/>
          <ac:picMkLst>
            <pc:docMk/>
            <pc:sldMk cId="270188465" sldId="1105"/>
            <ac:picMk id="4" creationId="{083E2620-92E1-B00D-822A-30AEA2041DF3}"/>
          </ac:picMkLst>
        </pc:picChg>
      </pc:sldChg>
      <pc:sldChg chg="addSp delSp modSp add mod delAnim modNotesTx">
        <pc:chgData name="Yogesh G R" userId="8a16e0da-f802-4978-adc3-8d4c4511aac3" providerId="ADAL" clId="{3EA9D5E4-607A-4EA4-B006-5C29C3D5D7CA}" dt="2025-07-26T01:06:09.328" v="711" actId="6549"/>
        <pc:sldMkLst>
          <pc:docMk/>
          <pc:sldMk cId="2805308712" sldId="1105"/>
        </pc:sldMkLst>
        <pc:spChg chg="del">
          <ac:chgData name="Yogesh G R" userId="8a16e0da-f802-4978-adc3-8d4c4511aac3" providerId="ADAL" clId="{3EA9D5E4-607A-4EA4-B006-5C29C3D5D7CA}" dt="2025-07-26T00:32:19.551" v="670" actId="478"/>
          <ac:spMkLst>
            <pc:docMk/>
            <pc:sldMk cId="2805308712" sldId="1105"/>
            <ac:spMk id="3" creationId="{28E31EAC-912F-DBED-56ED-C8FA68FC1B1E}"/>
          </ac:spMkLst>
        </pc:spChg>
        <pc:spChg chg="add del mod">
          <ac:chgData name="Yogesh G R" userId="8a16e0da-f802-4978-adc3-8d4c4511aac3" providerId="ADAL" clId="{3EA9D5E4-607A-4EA4-B006-5C29C3D5D7CA}" dt="2025-07-26T00:32:24.289" v="671" actId="478"/>
          <ac:spMkLst>
            <pc:docMk/>
            <pc:sldMk cId="2805308712" sldId="1105"/>
            <ac:spMk id="5" creationId="{D659017E-3E99-0D31-D869-E342DC21D426}"/>
          </ac:spMkLst>
        </pc:spChg>
        <pc:graphicFrameChg chg="add mod modGraphic">
          <ac:chgData name="Yogesh G R" userId="8a16e0da-f802-4978-adc3-8d4c4511aac3" providerId="ADAL" clId="{3EA9D5E4-607A-4EA4-B006-5C29C3D5D7CA}" dt="2025-07-26T00:34:59.808" v="685" actId="14734"/>
          <ac:graphicFrameMkLst>
            <pc:docMk/>
            <pc:sldMk cId="2805308712" sldId="1105"/>
            <ac:graphicFrameMk id="6" creationId="{D2F38C57-4675-0357-4CEB-A5EB53582813}"/>
          </ac:graphicFrameMkLst>
        </pc:graphicFrameChg>
        <pc:picChg chg="del">
          <ac:chgData name="Yogesh G R" userId="8a16e0da-f802-4978-adc3-8d4c4511aac3" providerId="ADAL" clId="{3EA9D5E4-607A-4EA4-B006-5C29C3D5D7CA}" dt="2025-07-26T00:32:27.484" v="672" actId="478"/>
          <ac:picMkLst>
            <pc:docMk/>
            <pc:sldMk cId="2805308712" sldId="1105"/>
            <ac:picMk id="2050" creationId="{D70818D5-69D7-207A-64B5-5DAC026AF2B0}"/>
          </ac:picMkLst>
        </pc:picChg>
      </pc:sldChg>
      <pc:sldChg chg="addSp delSp modSp add del mod">
        <pc:chgData name="Yogesh G R" userId="8a16e0da-f802-4978-adc3-8d4c4511aac3" providerId="ADAL" clId="{3EA9D5E4-607A-4EA4-B006-5C29C3D5D7CA}" dt="2025-07-25T06:52:06.791" v="586" actId="47"/>
        <pc:sldMkLst>
          <pc:docMk/>
          <pc:sldMk cId="2050613080" sldId="1106"/>
        </pc:sldMkLst>
      </pc:sldChg>
      <pc:sldChg chg="delSp modSp add mod">
        <pc:chgData name="Yogesh G R" userId="8a16e0da-f802-4978-adc3-8d4c4511aac3" providerId="ADAL" clId="{3EA9D5E4-607A-4EA4-B006-5C29C3D5D7CA}" dt="2025-07-26T01:02:03.509" v="696" actId="1076"/>
        <pc:sldMkLst>
          <pc:docMk/>
          <pc:sldMk cId="4131452451" sldId="1106"/>
        </pc:sldMkLst>
        <pc:graphicFrameChg chg="del modGraphic">
          <ac:chgData name="Yogesh G R" userId="8a16e0da-f802-4978-adc3-8d4c4511aac3" providerId="ADAL" clId="{3EA9D5E4-607A-4EA4-B006-5C29C3D5D7CA}" dt="2025-07-26T01:01:54.888" v="693" actId="478"/>
          <ac:graphicFrameMkLst>
            <pc:docMk/>
            <pc:sldMk cId="4131452451" sldId="1106"/>
            <ac:graphicFrameMk id="8" creationId="{482304F6-542A-D31E-6E42-4B82FAA97373}"/>
          </ac:graphicFrameMkLst>
        </pc:graphicFrameChg>
        <pc:picChg chg="mod">
          <ac:chgData name="Yogesh G R" userId="8a16e0da-f802-4978-adc3-8d4c4511aac3" providerId="ADAL" clId="{3EA9D5E4-607A-4EA4-B006-5C29C3D5D7CA}" dt="2025-07-26T01:02:03.509" v="696" actId="1076"/>
          <ac:picMkLst>
            <pc:docMk/>
            <pc:sldMk cId="4131452451" sldId="1106"/>
            <ac:picMk id="4" creationId="{10ACD7FE-AF81-1272-3969-D5BCFB122226}"/>
          </ac:picMkLst>
        </pc:picChg>
      </pc:sldChg>
      <pc:sldChg chg="addSp delSp modSp add mod delAnim modNotesTx">
        <pc:chgData name="Yogesh G R" userId="8a16e0da-f802-4978-adc3-8d4c4511aac3" providerId="ADAL" clId="{3EA9D5E4-607A-4EA4-B006-5C29C3D5D7CA}" dt="2025-07-26T01:22:36.303" v="772" actId="113"/>
        <pc:sldMkLst>
          <pc:docMk/>
          <pc:sldMk cId="4143708226" sldId="1107"/>
        </pc:sldMkLst>
        <pc:spChg chg="del">
          <ac:chgData name="Yogesh G R" userId="8a16e0da-f802-4978-adc3-8d4c4511aac3" providerId="ADAL" clId="{3EA9D5E4-607A-4EA4-B006-5C29C3D5D7CA}" dt="2025-07-26T01:15:37.711" v="745" actId="478"/>
          <ac:spMkLst>
            <pc:docMk/>
            <pc:sldMk cId="4143708226" sldId="1107"/>
            <ac:spMk id="3" creationId="{BCC97737-F824-29C6-0978-207CBDE095DB}"/>
          </ac:spMkLst>
        </pc:spChg>
        <pc:spChg chg="add del mod">
          <ac:chgData name="Yogesh G R" userId="8a16e0da-f802-4978-adc3-8d4c4511aac3" providerId="ADAL" clId="{3EA9D5E4-607A-4EA4-B006-5C29C3D5D7CA}" dt="2025-07-26T01:15:40.640" v="746" actId="478"/>
          <ac:spMkLst>
            <pc:docMk/>
            <pc:sldMk cId="4143708226" sldId="1107"/>
            <ac:spMk id="5" creationId="{C46B6EDC-B972-200F-E6E7-54DF333DB800}"/>
          </ac:spMkLst>
        </pc:spChg>
        <pc:graphicFrameChg chg="add mod modGraphic">
          <ac:chgData name="Yogesh G R" userId="8a16e0da-f802-4978-adc3-8d4c4511aac3" providerId="ADAL" clId="{3EA9D5E4-607A-4EA4-B006-5C29C3D5D7CA}" dt="2025-07-26T01:17:02.549" v="755" actId="14100"/>
          <ac:graphicFrameMkLst>
            <pc:docMk/>
            <pc:sldMk cId="4143708226" sldId="1107"/>
            <ac:graphicFrameMk id="6" creationId="{C0B0F023-C41D-4931-4513-21E098576BE9}"/>
          </ac:graphicFrameMkLst>
        </pc:graphicFrameChg>
      </pc:sldChg>
      <pc:sldChg chg="modSp add del mod">
        <pc:chgData name="Yogesh G R" userId="8a16e0da-f802-4978-adc3-8d4c4511aac3" providerId="ADAL" clId="{3EA9D5E4-607A-4EA4-B006-5C29C3D5D7CA}" dt="2025-07-26T01:22:08.741" v="765" actId="47"/>
        <pc:sldMkLst>
          <pc:docMk/>
          <pc:sldMk cId="859218002" sldId="1108"/>
        </pc:sldMkLst>
        <pc:graphicFrameChg chg="mod modGraphic">
          <ac:chgData name="Yogesh G R" userId="8a16e0da-f802-4978-adc3-8d4c4511aac3" providerId="ADAL" clId="{3EA9D5E4-607A-4EA4-B006-5C29C3D5D7CA}" dt="2025-07-26T01:19:17.492" v="764" actId="14734"/>
          <ac:graphicFrameMkLst>
            <pc:docMk/>
            <pc:sldMk cId="859218002" sldId="1108"/>
            <ac:graphicFrameMk id="6" creationId="{4E468EFD-08E6-2BF1-36D5-D2724E7741DA}"/>
          </ac:graphicFrameMkLst>
        </pc:graphicFrameChg>
      </pc:sldChg>
      <pc:sldChg chg="add del">
        <pc:chgData name="Yogesh G R" userId="8a16e0da-f802-4978-adc3-8d4c4511aac3" providerId="ADAL" clId="{3EA9D5E4-607A-4EA4-B006-5C29C3D5D7CA}" dt="2025-07-26T02:44:14.691" v="876" actId="47"/>
        <pc:sldMkLst>
          <pc:docMk/>
          <pc:sldMk cId="1258580530" sldId="11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2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3038604" cy="465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32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160" y="0"/>
            <a:ext cx="3038604" cy="465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 MT"/>
              </a:defRPr>
            </a:lvl1pPr>
          </a:lstStyle>
          <a:p>
            <a:pPr>
              <a:defRPr/>
            </a:pPr>
            <a:fld id="{26357C8E-266E-4D52-89DF-C9A6E04EA5E8}" type="datetimeFigureOut">
              <a:rPr lang="en-US"/>
              <a:pPr>
                <a:defRPr/>
              </a:pPr>
              <a:t>7/25/2025</a:t>
            </a:fld>
            <a:endParaRPr lang="en-US"/>
          </a:p>
        </p:txBody>
      </p:sp>
      <p:sp>
        <p:nvSpPr>
          <p:cNvPr id="2232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29574"/>
            <a:ext cx="3038604" cy="465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32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160" y="8829574"/>
            <a:ext cx="3038604" cy="4653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Gill Sans MT"/>
              </a:defRPr>
            </a:lvl1pPr>
          </a:lstStyle>
          <a:p>
            <a:pPr>
              <a:defRPr/>
            </a:pPr>
            <a:fld id="{8B562325-65BF-449C-9ABC-847EBC3539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9250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8604" cy="465340"/>
          </a:xfrm>
          <a:prstGeom prst="rect">
            <a:avLst/>
          </a:prstGeom>
        </p:spPr>
        <p:txBody>
          <a:bodyPr vert="horz" wrap="square" lIns="90763" tIns="45382" rIns="90763" bIns="45382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60" y="0"/>
            <a:ext cx="3038604" cy="465340"/>
          </a:xfrm>
          <a:prstGeom prst="rect">
            <a:avLst/>
          </a:prstGeom>
        </p:spPr>
        <p:txBody>
          <a:bodyPr vert="horz" lIns="90763" tIns="45382" rIns="90763" bIns="4538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148A45F7-2948-4F9D-A52D-DBB5360AED18}" type="datetimeFigureOut">
              <a:rPr lang="en-US"/>
              <a:pPr>
                <a:defRPr/>
              </a:pPr>
              <a:t>7/25/2025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63" tIns="45382" rIns="90763" bIns="45382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713" y="4415530"/>
            <a:ext cx="5608975" cy="4183603"/>
          </a:xfrm>
          <a:prstGeom prst="rect">
            <a:avLst/>
          </a:prstGeom>
        </p:spPr>
        <p:txBody>
          <a:bodyPr vert="horz" lIns="90763" tIns="45382" rIns="90763" bIns="45382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574"/>
            <a:ext cx="3038604" cy="465340"/>
          </a:xfrm>
          <a:prstGeom prst="rect">
            <a:avLst/>
          </a:prstGeom>
        </p:spPr>
        <p:txBody>
          <a:bodyPr vert="horz" wrap="square" lIns="90763" tIns="45382" rIns="90763" bIns="45382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60" y="8829574"/>
            <a:ext cx="3038604" cy="465340"/>
          </a:xfrm>
          <a:prstGeom prst="rect">
            <a:avLst/>
          </a:prstGeom>
        </p:spPr>
        <p:txBody>
          <a:bodyPr vert="horz" lIns="90763" tIns="45382" rIns="90763" bIns="4538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C1C598A-225A-405C-AF68-8CADA0B591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0607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the-new-mindscape/human-operating-systems-871a13993c26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145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3351A-BA9D-5406-EB8F-F82B745CF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38DD78-542F-ED03-A27F-8BCD56913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D89F8B-E90C-641A-2AB8-090DAFDF4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D9B1C-7011-65BC-B204-D2A146FAC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4461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497C1-CF79-038A-DDEB-DADFBEFBB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61DEB5-8D08-765B-58E0-9E7F986378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D21EAD-B66A-55CF-E5ED-BDEF498F4A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55A620-FCFC-689F-B76A-4034EC6C8F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8702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BE9D9-6F06-D9ED-8C62-01BE368F6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76DFBB-9607-9291-42E6-70188C2BA4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8C1CCC-AF12-31A9-1EA9-D743BE384C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2A9AB0-F226-3520-30B0-4A0352C6A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581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DE4977-0D0A-76CB-0770-4F827443B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30D32A-0A20-2730-9CBA-ADE0D1AF20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B8A1C3-BE85-8A6A-55E9-E55AAC1CE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0C2E0B-7553-56D2-D01A-45705B1298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9579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1802-113A-1416-2E24-CA6EBACF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AE068-F97E-1C57-6E57-5EE9C8AEB5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C05541-2256-1A7E-6805-4092FC17D7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D69629-081B-6D35-CFFD-70AD91642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809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5C25-47BE-1A9A-612F-19D180CC5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11685-82A5-817A-04AC-523EC5601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CD3241-BDDB-3D13-9049-E90A50CB25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0ABD7-BD61-EDAF-4FFB-00130C5ED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0097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75960-F693-BB9F-19D6-3A34854A3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6F9930-A5CE-A7A0-A6FC-D9BF9EC1C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E5D2E-6AFC-BF93-7354-220A2FD743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A57BD-48E5-EB3A-D9CD-5CB418EB9F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4927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CDE0D-C818-A0B4-D6E4-CDD140F08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C2532-4F15-914D-A989-99A57F636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5F228A-2115-91FB-FD5A-C7179AF69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hlinkClick r:id="rId3"/>
              </a:rPr>
              <a:t>Human Operating Systems. The interface between your mind, your… | by David A. Palmer | The New Mindscape | Medium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7278B-E2F0-61B2-D5E3-D758DBEFB9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8324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D05C-6C4B-0423-ED26-24FF49E2D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5152D-11CE-4DE9-1773-A0E02E8690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B27460-A4AB-227C-7CA7-2F1DE522F0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DA397D-6F20-1D67-285C-D72B3BA0C9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565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22A6C-D995-4C4F-01C5-58789CC89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BC4E7C-14A2-CFAD-95A6-A778FDD8B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BE4F3B-E0E7-C168-E881-EDF98F45C9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0F72F-94CE-BB33-5040-28A59024DB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221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83594-520F-9DEB-8B26-B65B76496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C8D6E6-F478-66C6-CD5D-6240FF49D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D50AC0-0DAD-D55F-F69D-C89280513D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5C21B-7260-DAE9-F5FB-A70026B40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2486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59A2B-364C-D6DE-F29D-68036961B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48D7B8-02AE-47EA-EEB2-81C84A03CD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60C476-8813-1E1F-041E-5A69EE088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7134BF-BC1A-1E4A-DE88-540F06C4C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7198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7FFD3-DCC9-1910-1246-FA0C22733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F5DB28-062F-6B77-B451-7B8AB9109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74D872-D7DA-0739-CBF4-8034DFC343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EEDD9-00D5-CAD6-CB7D-A39732406D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66535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8F57-5923-361F-223C-0D34D79825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7D2DCE-1F4B-4951-0D63-7527AC228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D8784A-7B32-2E61-3438-1C6588F13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C9315B-0A60-BC36-DC30-5078DD637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213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CC976-AC99-0405-27E0-C432B50BA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295EAB-2FB0-E188-BA0B-F276217505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3220A3-2D81-06C2-A99E-C552489B8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505405-C6CD-05BA-B208-CEA46581C2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6148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50E02A-7C14-F746-2A48-4BEA4CD1C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D8C06E-8B6A-99A2-0D64-934A9F94F9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C2689-6AF8-D71F-87F0-FB8DB58C6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theatre play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35B7E-302A-2DE6-2B99-01A556AB5F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4563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4AA5D-6E08-748A-C4ED-C767DC0C5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207F15-74EB-86A7-8F3E-059533D37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BC190-F539-DA46-6C45-0DAB514834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E3461-7C5F-81FA-A219-FE90E3962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3481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5A795-FF5F-829D-F04C-5A17DCBD1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229AFF-52A2-C49E-10DA-4AAD9B937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F9F2D2-6705-0176-CC3B-D24F199D99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5A9A5-4C1E-F2D5-5E0B-FF90AA06A0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7045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D234C-E80B-3D3C-64B0-E7372DBD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BF057-F545-2813-EC96-2CB2F917B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0F8B3-3924-28C9-FA99-8EBE06A966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Uses</a:t>
            </a:r>
            <a:br>
              <a:rPr lang="en-US" dirty="0"/>
            </a:br>
            <a:r>
              <a:rPr lang="en-US" dirty="0"/>
              <a:t>Organizes files so they are easy to find</a:t>
            </a:r>
          </a:p>
          <a:p>
            <a:r>
              <a:rPr lang="en-US" dirty="0"/>
              <a:t>Tracks where data is stored on the disk</a:t>
            </a:r>
          </a:p>
          <a:p>
            <a:r>
              <a:rPr lang="en-US" dirty="0"/>
              <a:t>Manages read/write operations</a:t>
            </a:r>
          </a:p>
          <a:p>
            <a:r>
              <a:rPr lang="en-US" dirty="0"/>
              <a:t>Controls access (read-only, full access)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639BD-E222-4B0E-69BD-935707854C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70048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6C564-1ED0-C1AF-1EA6-1BE91067D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A0C964-683C-3DEC-535E-4C0DB3BF9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7A471F-B7E3-F663-D25D-AABA1F4C07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19FEA-5903-AA8D-AEA5-564100606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84936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797945-AE1C-1B4B-0348-6F008E4F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93C9BE-36A2-A933-FA2C-84CEBC1674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E8D900-4035-8148-3313-17388BACB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463766-C4D9-FC92-67A5-48875F1A38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0452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F50FE-A583-51DA-FE25-A258D1CE0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FB634-6702-5832-EA86-1B59B47D21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859D3A-9210-74CA-5D69-453002775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975BB9-0A53-AD44-D1EB-C94BCBEED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C1C598A-225A-405C-AF68-8CADA0B59105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966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4"/>
          <p:cNvCxnSpPr/>
          <p:nvPr userDrawn="1"/>
        </p:nvCxnSpPr>
        <p:spPr>
          <a:xfrm>
            <a:off x="0" y="1066800"/>
            <a:ext cx="9144000" cy="0"/>
          </a:xfrm>
          <a:prstGeom prst="line">
            <a:avLst/>
          </a:prstGeom>
          <a:ln w="76200" cmpd="thickThin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0838"/>
            <a:ext cx="7772400" cy="8683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52596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9"/>
          <p:cNvCxnSpPr/>
          <p:nvPr userDrawn="1"/>
        </p:nvCxnSpPr>
        <p:spPr>
          <a:xfrm>
            <a:off x="0" y="914400"/>
            <a:ext cx="9144000" cy="0"/>
          </a:xfrm>
          <a:prstGeom prst="line">
            <a:avLst/>
          </a:prstGeom>
          <a:ln w="76200" cmpd="thickThin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/>
          <p:cNvSpPr>
            <a:spLocks noGrp="1"/>
          </p:cNvSpPr>
          <p:nvPr>
            <p:ph type="body" idx="1"/>
          </p:nvPr>
        </p:nvSpPr>
        <p:spPr>
          <a:xfrm>
            <a:off x="914400" y="76200"/>
            <a:ext cx="7315200" cy="82487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0"/>
          </p:nvPr>
        </p:nvSpPr>
        <p:spPr>
          <a:xfrm>
            <a:off x="914400" y="1600201"/>
            <a:ext cx="7315200" cy="4114800"/>
          </a:xfrm>
          <a:prstGeom prst="rect">
            <a:avLst/>
          </a:prstGeom>
        </p:spPr>
        <p:txBody>
          <a:bodyPr/>
          <a:lstStyle>
            <a:lvl1pPr marL="0">
              <a:spcBef>
                <a:spcPts val="0"/>
              </a:spcBef>
              <a:defRPr sz="2000"/>
            </a:lvl1pPr>
            <a:lvl2pPr marL="0">
              <a:spcBef>
                <a:spcPts val="0"/>
              </a:spcBef>
              <a:defRPr sz="2000"/>
            </a:lvl2pPr>
            <a:lvl3pPr marL="0">
              <a:spcBef>
                <a:spcPts val="0"/>
              </a:spcBef>
              <a:defRPr sz="2000"/>
            </a:lvl3pPr>
            <a:lvl4pPr marL="0">
              <a:spcBef>
                <a:spcPts val="0"/>
              </a:spcBef>
              <a:defRPr sz="2000"/>
            </a:lvl4pPr>
            <a:lvl5pPr marL="0"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553793-3A6E-42CD-A5CB-D764737F3F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2800" y="63404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877863-17E3-40A1-B5B8-F97D3271C5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12B3A-E1C9-4739-A0D9-416E0B683B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21346C-BCF7-4F76-8695-A614575277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57D43C-F43F-427A-B389-44C7665DB20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22E2C-3A99-4A5B-9A51-BAD30D4F5E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964624-3A91-4804-A196-0D08CFDC01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4"/>
          <p:cNvCxnSpPr/>
          <p:nvPr userDrawn="1"/>
        </p:nvCxnSpPr>
        <p:spPr>
          <a:xfrm>
            <a:off x="0" y="1066800"/>
            <a:ext cx="9144000" cy="0"/>
          </a:xfrm>
          <a:prstGeom prst="line">
            <a:avLst/>
          </a:prstGeom>
          <a:ln w="76200" cmpd="thickThin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50838"/>
            <a:ext cx="7772400" cy="86836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00200"/>
            <a:ext cx="7772400" cy="452596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29"/>
          <p:cNvCxnSpPr/>
          <p:nvPr userDrawn="1"/>
        </p:nvCxnSpPr>
        <p:spPr>
          <a:xfrm>
            <a:off x="0" y="914400"/>
            <a:ext cx="9144000" cy="0"/>
          </a:xfrm>
          <a:prstGeom prst="line">
            <a:avLst/>
          </a:prstGeom>
          <a:ln w="76200" cmpd="thickThin">
            <a:solidFill>
              <a:schemeClr val="accent6">
                <a:lumMod val="75000"/>
              </a:schemeClr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"/>
          <p:cNvSpPr>
            <a:spLocks noGrp="1"/>
          </p:cNvSpPr>
          <p:nvPr>
            <p:ph type="body" idx="1"/>
          </p:nvPr>
        </p:nvSpPr>
        <p:spPr>
          <a:xfrm>
            <a:off x="914400" y="76200"/>
            <a:ext cx="7315200" cy="824877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0"/>
          </p:nvPr>
        </p:nvSpPr>
        <p:spPr>
          <a:xfrm>
            <a:off x="914400" y="1600201"/>
            <a:ext cx="7315200" cy="4114800"/>
          </a:xfrm>
          <a:prstGeom prst="rect">
            <a:avLst/>
          </a:prstGeom>
        </p:spPr>
        <p:txBody>
          <a:bodyPr/>
          <a:lstStyle>
            <a:lvl1pPr marL="0">
              <a:spcBef>
                <a:spcPts val="0"/>
              </a:spcBef>
              <a:defRPr sz="2000"/>
            </a:lvl1pPr>
            <a:lvl2pPr marL="0">
              <a:spcBef>
                <a:spcPts val="0"/>
              </a:spcBef>
              <a:defRPr sz="2000"/>
            </a:lvl2pPr>
            <a:lvl3pPr marL="0">
              <a:spcBef>
                <a:spcPts val="0"/>
              </a:spcBef>
              <a:defRPr sz="2000"/>
            </a:lvl3pPr>
            <a:lvl4pPr marL="0">
              <a:spcBef>
                <a:spcPts val="0"/>
              </a:spcBef>
              <a:defRPr sz="2000"/>
            </a:lvl4pPr>
            <a:lvl5pPr marL="0"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C17BA9-818E-4B93-8A54-42B81A987BF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52800" y="63404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38C56B-FBC6-4842-9AB8-5046DED178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7D6C46-D396-48B6-86B2-620E03C339F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39C8D9-1132-4E36-955C-9B2CAF01C5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6825A-E837-42D1-AFD7-50E79B4B28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5C9E3-09C7-44C5-9DDC-A95615DF43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492875"/>
            <a:ext cx="2438400" cy="3651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>
                <a:solidFill>
                  <a:prstClr val="black"/>
                </a:solidFill>
                <a:latin typeface="Gill Sans MT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6B309BC-479E-439E-9CE4-96A3EB9C18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9C4503-A875-4214-9A8D-3226D6FF48B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FD8FF-DEA6-477F-95B5-C6F48B81F84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ss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90800"/>
            <a:ext cx="9144000" cy="350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ss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90800"/>
            <a:ext cx="9144000" cy="350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prstClr val="black"/>
                </a:solidFill>
                <a:latin typeface="Gill Sans MT"/>
              </a:defRPr>
            </a:lvl1pPr>
          </a:lstStyle>
          <a:p>
            <a:pPr>
              <a:defRPr/>
            </a:pPr>
            <a:fld id="{80BF3B72-31B6-46C0-84CE-BA3092770F66}" type="datetimeFigureOut">
              <a:rPr lang="en-US"/>
              <a:pPr>
                <a:defRPr/>
              </a:pPr>
              <a:t>7/25/2025</a:t>
            </a:fld>
            <a:endParaRPr lang="en-US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14173D-86B3-4E25-A2FC-8362A9107CA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ss1.jp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590800"/>
            <a:ext cx="9144000" cy="350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prstClr val="black"/>
                </a:solidFill>
                <a:latin typeface="Gill Sans MT"/>
              </a:defRPr>
            </a:lvl1pPr>
          </a:lstStyle>
          <a:p>
            <a:pPr>
              <a:defRPr/>
            </a:pPr>
            <a:fld id="{740BFC7F-7873-494B-88CB-D4217F5B31AE}" type="datetimeFigureOut">
              <a:rPr lang="en-US"/>
              <a:pPr>
                <a:defRPr/>
              </a:pPr>
              <a:t>7/25/2025</a:t>
            </a:fld>
            <a:endParaRPr lang="en-US"/>
          </a:p>
        </p:txBody>
      </p:sp>
      <p:sp>
        <p:nvSpPr>
          <p:cNvPr id="5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05B99-5756-45D4-A491-E8A87C9BB49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15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24840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</a:defRPr>
            </a:lvl1pPr>
          </a:lstStyle>
          <a:p>
            <a:pPr>
              <a:defRPr/>
            </a:pPr>
            <a:fld id="{C6F79759-A5D4-4D69-9EC2-B38365D0774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6" name="Picture 8" descr="is-apf.jpg"/>
          <p:cNvPicPr>
            <a:picLocks noChangeAspect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7448550" y="87002"/>
            <a:ext cx="1619250" cy="751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19" r:id="rId1"/>
    <p:sldLayoutId id="2147485220" r:id="rId2"/>
    <p:sldLayoutId id="2147485221" r:id="rId3"/>
    <p:sldLayoutId id="2147485222" r:id="rId4"/>
    <p:sldLayoutId id="2147485223" r:id="rId5"/>
    <p:sldLayoutId id="2147485224" r:id="rId6"/>
    <p:sldLayoutId id="2147485225" r:id="rId7"/>
    <p:sldLayoutId id="2147485226" r:id="rId8"/>
    <p:sldLayoutId id="2147485227" r:id="rId9"/>
    <p:sldLayoutId id="2147485228" r:id="rId10"/>
    <p:sldLayoutId id="2147485229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9pPr>
    </p:titleStyle>
    <p:bodyStyle>
      <a:lvl1pPr marL="342900" indent="-685800" algn="l" rtl="0" eaLnBrk="0" fontAlgn="base" hangingPunct="0">
        <a:spcBef>
          <a:spcPct val="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028700" algn="l" rtl="0" eaLnBrk="0" fontAlgn="base" hangingPunct="0">
        <a:spcBef>
          <a:spcPct val="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371600" algn="l" rtl="0" eaLnBrk="0" fontAlgn="base" hangingPunct="0">
        <a:spcBef>
          <a:spcPct val="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0" algn="l" rtl="0" eaLnBrk="0" fontAlgn="base" hangingPunct="0">
        <a:spcBef>
          <a:spcPct val="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4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15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248400"/>
            <a:ext cx="2133600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prstClr val="black"/>
                </a:solidFill>
                <a:latin typeface="+mn-lt"/>
              </a:defRPr>
            </a:lvl1pPr>
          </a:lstStyle>
          <a:p>
            <a:pPr>
              <a:defRPr/>
            </a:pPr>
            <a:fld id="{8B8EEB19-3886-431A-917E-42E96C6FCD4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7" name="Picture 8" descr="is-apf.jpg"/>
          <p:cNvPicPr>
            <a:picLocks noChangeAspect="1"/>
          </p:cNvPicPr>
          <p:nvPr userDrawn="1"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7524750" y="0"/>
            <a:ext cx="1619250" cy="7511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5231" r:id="rId1"/>
    <p:sldLayoutId id="2147485232" r:id="rId2"/>
    <p:sldLayoutId id="2147485233" r:id="rId3"/>
    <p:sldLayoutId id="2147485234" r:id="rId4"/>
    <p:sldLayoutId id="2147485235" r:id="rId5"/>
    <p:sldLayoutId id="2147485236" r:id="rId6"/>
    <p:sldLayoutId id="2147485237" r:id="rId7"/>
    <p:sldLayoutId id="2147485238" r:id="rId8"/>
    <p:sldLayoutId id="2147485239" r:id="rId9"/>
    <p:sldLayoutId id="2147485240" r:id="rId10"/>
    <p:sldLayoutId id="2147485241" r:id="rId11"/>
    <p:sldLayoutId id="2147485214" r:id="rId12"/>
    <p:sldLayoutId id="2147485215" r:id="rId13"/>
    <p:sldLayoutId id="2147485242" r:id="rId14"/>
    <p:sldLayoutId id="2147485243" r:id="rId15"/>
    <p:sldLayoutId id="2147485244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Gill Sans MT"/>
        </a:defRPr>
      </a:lvl9pPr>
    </p:titleStyle>
    <p:bodyStyle>
      <a:lvl1pPr marL="342900" indent="-685800" algn="l" rtl="0" eaLnBrk="0" fontAlgn="base" hangingPunct="0">
        <a:spcBef>
          <a:spcPct val="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1028700" algn="l" rtl="0" eaLnBrk="0" fontAlgn="base" hangingPunct="0">
        <a:spcBef>
          <a:spcPct val="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1371600" algn="l" rtl="0" eaLnBrk="0" fontAlgn="base" hangingPunct="0">
        <a:spcBef>
          <a:spcPct val="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1828800" algn="l" rtl="0" eaLnBrk="0" fontAlgn="base" hangingPunct="0">
        <a:spcBef>
          <a:spcPct val="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0" algn="l" rtl="0" eaLnBrk="0" fontAlgn="base" hangingPunct="0">
        <a:spcBef>
          <a:spcPct val="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3987E23-80E3-4932-982C-6F73520B2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247" y="994994"/>
            <a:ext cx="7086598" cy="1143000"/>
          </a:xfrm>
        </p:spPr>
        <p:txBody>
          <a:bodyPr wrap="square" anchor="ctr">
            <a:normAutofit fontScale="90000"/>
          </a:bodyPr>
          <a:lstStyle/>
          <a:p>
            <a:pPr algn="ctr"/>
            <a:r>
              <a:rPr lang="en-IN" b="1" dirty="0"/>
              <a:t>Course overview </a:t>
            </a:r>
            <a:br>
              <a:rPr lang="en-IN" b="1" dirty="0"/>
            </a:br>
            <a:r>
              <a:rPr lang="en-IN" b="1" dirty="0"/>
              <a:t>Exploring a desktop computer</a:t>
            </a:r>
            <a:endParaRPr lang="en-IN" sz="3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2E07C629-84FA-89E5-BC00-A27FF4AEEA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799" y="31130"/>
            <a:ext cx="1588657" cy="80707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9AC2E79-503C-B737-F3A4-486A91D57A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283545"/>
            <a:ext cx="4279960" cy="4124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9143495-E8E4-F28E-6818-8A1A2C0F6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5760" y="2274801"/>
            <a:ext cx="3793405" cy="379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08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00746-4F94-DC13-C522-A32D33C6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905390-997D-7223-8111-D9E76E765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Units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F057C-C71E-FA41-0665-E90443920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r>
              <a:rPr lang="en-US" sz="3200" dirty="0"/>
              <a:t>Unit 1 Exploring the world of computing</a:t>
            </a:r>
          </a:p>
          <a:p>
            <a:r>
              <a:rPr lang="en-US" sz="3200" dirty="0"/>
              <a:t>Unit 2 Becoming an informed user</a:t>
            </a:r>
          </a:p>
          <a:p>
            <a:r>
              <a:rPr lang="en-US" sz="3200" dirty="0"/>
              <a:t>Unit 3 Algorithmic thinking and abstraction</a:t>
            </a:r>
          </a:p>
          <a:p>
            <a:r>
              <a:rPr lang="en-US" sz="3200" dirty="0"/>
              <a:t>Unit 4 The design of computer systems</a:t>
            </a:r>
          </a:p>
          <a:p>
            <a:r>
              <a:rPr lang="en-US" sz="3200" dirty="0"/>
              <a:t>Unit 5 The world of computing perspectives</a:t>
            </a:r>
            <a:endParaRPr lang="en-US" sz="36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8090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C0428-A349-CA0C-5F61-EAE77844F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445AF61-4649-E755-4F12-8BF936440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IN" dirty="0"/>
              <a:t>Schedule of Unit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51979-5D12-4C45-F233-015670AFA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0" indent="0">
              <a:buNone/>
            </a:pPr>
            <a:r>
              <a:rPr lang="en-IN" sz="3200" i="1" dirty="0"/>
              <a:t>Class Schedule:</a:t>
            </a:r>
          </a:p>
          <a:p>
            <a:pPr marL="457200" indent="-457200"/>
            <a:r>
              <a:rPr lang="en-US" sz="3200" dirty="0"/>
              <a:t>Course overview, Exploring a desktop computer (Week 1, Class 1)</a:t>
            </a:r>
          </a:p>
          <a:p>
            <a:pPr marL="457200" indent="-457200"/>
            <a:r>
              <a:rPr lang="en-US" sz="3200" dirty="0"/>
              <a:t>History of computing (Week 1, Class 2)</a:t>
            </a:r>
          </a:p>
          <a:p>
            <a:pPr marL="457200" indent="-457200"/>
            <a:r>
              <a:rPr lang="en-US" sz="3200" dirty="0"/>
              <a:t>Exploring computing devices: Smartphones, Embedded systems in appliances, etc. (Week 2, Class 1)</a:t>
            </a:r>
          </a:p>
          <a:p>
            <a:pPr marL="457200" indent="-457200"/>
            <a:r>
              <a:rPr lang="en-US" sz="3200" dirty="0"/>
              <a:t>Quiz 1, Simulating Arduino circuits in Tinkercad (Week 2, Class 2)</a:t>
            </a:r>
          </a:p>
          <a:p>
            <a:pPr marL="457200" indent="-457200"/>
            <a:r>
              <a:rPr lang="en-US" sz="3200" dirty="0"/>
              <a:t>Project work (Week 3, Both sessions)</a:t>
            </a:r>
          </a:p>
        </p:txBody>
      </p:sp>
    </p:spTree>
    <p:extLst>
      <p:ext uri="{BB962C8B-B14F-4D97-AF65-F5344CB8AC3E}">
        <p14:creationId xmlns:p14="http://schemas.microsoft.com/office/powerpoint/2010/main" val="2872401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1DE60-2E3A-AA2C-BA34-E0586C7E9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C465EF4-4C2C-F195-4C79-6CC6D38D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By the end of this session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0AA42-20D2-9608-4CA6-F9668C20FB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457200" indent="-457200"/>
            <a:r>
              <a:rPr lang="en-US" sz="3600" dirty="0"/>
              <a:t>Recognize salient features of computing devices and systems and describe them.</a:t>
            </a:r>
          </a:p>
          <a:p>
            <a:pPr marL="457200" indent="-457200"/>
            <a:r>
              <a:rPr lang="en-US" sz="3600" dirty="0"/>
              <a:t>Identify external and internal hardware and software components of a desktop computer.</a:t>
            </a:r>
          </a:p>
          <a:p>
            <a:pPr marL="457200" indent="-457200"/>
            <a:r>
              <a:rPr lang="en-US" sz="3600" dirty="0"/>
              <a:t>Describe the booting process and role of the operating system.</a:t>
            </a:r>
          </a:p>
          <a:p>
            <a:pPr marL="457200" indent="-457200"/>
            <a:r>
              <a:rPr lang="en-US" sz="3600" dirty="0"/>
              <a:t>Perform basic desktop operations (file handling, checking system info).</a:t>
            </a:r>
          </a:p>
        </p:txBody>
      </p:sp>
    </p:spTree>
    <p:extLst>
      <p:ext uri="{BB962C8B-B14F-4D97-AF65-F5344CB8AC3E}">
        <p14:creationId xmlns:p14="http://schemas.microsoft.com/office/powerpoint/2010/main" val="481549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0FA6F-650F-F44B-3CF3-848242F8E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27D5F-E303-5187-6C9D-E439AE976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0"/>
            <a:ext cx="8686800" cy="10668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What Is a Desktop Computer? </a:t>
            </a:r>
          </a:p>
        </p:txBody>
      </p:sp>
    </p:spTree>
    <p:extLst>
      <p:ext uri="{BB962C8B-B14F-4D97-AF65-F5344CB8AC3E}">
        <p14:creationId xmlns:p14="http://schemas.microsoft.com/office/powerpoint/2010/main" val="284474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D5247-4E95-F37B-6EC1-A8394DEFE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CE73A80-B640-2DCC-E4EB-A99557CF8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a Desktop Computer?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08D89-9031-8931-71EB-D01DDF2EA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457200" indent="-457200"/>
            <a:r>
              <a:rPr lang="en-US" sz="3600" dirty="0"/>
              <a:t>The word computer comes from the word “compute”, which means, “to calculate”</a:t>
            </a:r>
          </a:p>
          <a:p>
            <a:pPr marL="457200" indent="-457200"/>
            <a:r>
              <a:rPr lang="en-US" sz="3600" dirty="0"/>
              <a:t>Thereby, a computer is an electronic device that can perform arithmetic operations at high speed</a:t>
            </a:r>
          </a:p>
        </p:txBody>
      </p:sp>
    </p:spTree>
    <p:extLst>
      <p:ext uri="{BB962C8B-B14F-4D97-AF65-F5344CB8AC3E}">
        <p14:creationId xmlns:p14="http://schemas.microsoft.com/office/powerpoint/2010/main" val="3210380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BEB646-52A6-268C-0E6D-5B5416D7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DB4358A-268E-6F8C-3DC0-72EADB0F9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a Desktop Computer?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81E36-0C62-054D-CDE9-E6DE4C986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457200" indent="-457200"/>
            <a:r>
              <a:rPr lang="en-US" sz="3600" dirty="0"/>
              <a:t>A </a:t>
            </a:r>
            <a:r>
              <a:rPr lang="en-US" sz="3600" b="1" dirty="0"/>
              <a:t>desktop computer</a:t>
            </a:r>
            <a:r>
              <a:rPr lang="en-US" sz="3600" dirty="0"/>
              <a:t> is a personal computer designed for </a:t>
            </a:r>
            <a:r>
              <a:rPr lang="en-US" sz="3600" b="1" dirty="0"/>
              <a:t>regular use at a single location</a:t>
            </a:r>
            <a:r>
              <a:rPr lang="en-US" sz="3600" dirty="0"/>
              <a:t>—typically on or under a desk—rather than being portable like a laptop or tablet.</a:t>
            </a:r>
          </a:p>
          <a:p>
            <a:pPr marL="457200" indent="-457200"/>
            <a:r>
              <a:rPr lang="en-US" sz="3600" dirty="0"/>
              <a:t>It is composed of multiple separate parts, including a central processing unit (CPU), monitor, keyboard, and mouse.</a:t>
            </a:r>
          </a:p>
        </p:txBody>
      </p:sp>
    </p:spTree>
    <p:extLst>
      <p:ext uri="{BB962C8B-B14F-4D97-AF65-F5344CB8AC3E}">
        <p14:creationId xmlns:p14="http://schemas.microsoft.com/office/powerpoint/2010/main" val="848083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4402-AA3D-8FD8-C0F3-F0CB8249B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93F4B0-3CB2-64C0-5C6E-DF6B30A2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a Desktop Computer? 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520A66C-185A-9D4E-02E7-2149301597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679335"/>
              </p:ext>
            </p:extLst>
          </p:nvPr>
        </p:nvGraphicFramePr>
        <p:xfrm>
          <a:off x="202532" y="1295400"/>
          <a:ext cx="8738936" cy="28764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8268">
                  <a:extLst>
                    <a:ext uri="{9D8B030D-6E8A-4147-A177-3AD203B41FA5}">
                      <a16:colId xmlns:a16="http://schemas.microsoft.com/office/drawing/2014/main" val="2694101345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651428284"/>
                    </a:ext>
                  </a:extLst>
                </a:gridCol>
                <a:gridCol w="2184734">
                  <a:extLst>
                    <a:ext uri="{9D8B030D-6E8A-4147-A177-3AD203B41FA5}">
                      <a16:colId xmlns:a16="http://schemas.microsoft.com/office/drawing/2014/main" val="2997324089"/>
                    </a:ext>
                  </a:extLst>
                </a:gridCol>
                <a:gridCol w="2184734">
                  <a:extLst>
                    <a:ext uri="{9D8B030D-6E8A-4147-A177-3AD203B41FA5}">
                      <a16:colId xmlns:a16="http://schemas.microsoft.com/office/drawing/2014/main" val="20071395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Feature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Desktop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Laptop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</a:rPr>
                        <a:t>Tablet</a:t>
                      </a:r>
                    </a:p>
                  </a:txBody>
                  <a:tcPr marL="96571" marR="74285" marT="74285" marB="74285" anchor="ctr"/>
                </a:tc>
                <a:extLst>
                  <a:ext uri="{0D108BD9-81ED-4DB2-BD59-A6C34878D82A}">
                    <a16:rowId xmlns:a16="http://schemas.microsoft.com/office/drawing/2014/main" val="259376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Portability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No</a:t>
                      </a:r>
                    </a:p>
                  </a:txBody>
                  <a:tcPr marL="96571" marR="74285" marT="74285" marB="7428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Yes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3936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Performance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High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Medium–High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 marL="96571" marR="74285" marT="74285" marB="74285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3852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Upgradeability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Easy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Limited</a:t>
                      </a:r>
                    </a:p>
                  </a:txBody>
                  <a:tcPr marL="96571" marR="74285" marT="74285" marB="74285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Not possible</a:t>
                      </a:r>
                    </a:p>
                  </a:txBody>
                  <a:tcPr marL="96571" marR="74285" marT="74285" marB="74285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9808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cap="none" spc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Screen Size</a:t>
                      </a:r>
                    </a:p>
                  </a:txBody>
                  <a:tcPr marL="96571" marR="74285" marT="74285" marB="7428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Large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Medium</a:t>
                      </a:r>
                    </a:p>
                  </a:txBody>
                  <a:tcPr marL="96571" marR="74285" marT="74285" marB="74285"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cap="none" spc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</a:rPr>
                        <a:t>Small</a:t>
                      </a:r>
                    </a:p>
                  </a:txBody>
                  <a:tcPr marL="96571" marR="74285" marT="74285" marB="74285"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6008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0203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8883-D2A8-F568-BBFF-06CC6037D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C48A70E-F630-710E-C538-73DC923E0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a Desktop Computer?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ACD7FE-AF81-1272-3969-D5BCFB1222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280268"/>
            <a:ext cx="7391400" cy="530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452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E5B14-3C0C-9E9D-0CE8-7AA899700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64D0E2-7908-F9BC-46FD-E2FD5DC8F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External Components</a:t>
            </a:r>
            <a:endParaRPr lang="en-IN" dirty="0"/>
          </a:p>
        </p:txBody>
      </p:sp>
      <p:pic>
        <p:nvPicPr>
          <p:cNvPr id="21510" name="Picture 6">
            <a:extLst>
              <a:ext uri="{FF2B5EF4-FFF2-40B4-BE49-F238E27FC236}">
                <a16:creationId xmlns:a16="http://schemas.microsoft.com/office/drawing/2014/main" id="{8B7673C4-B017-6A0D-F93C-E7D26E326C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42" y="1676400"/>
            <a:ext cx="8959516" cy="4451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3163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58AC-A3E8-BEA4-6E0B-407BA611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CF8D475-02A9-7A4C-76D8-B1E1C081E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External Components - Ports</a:t>
            </a:r>
            <a:endParaRPr lang="en-IN" dirty="0"/>
          </a:p>
        </p:txBody>
      </p:sp>
      <p:pic>
        <p:nvPicPr>
          <p:cNvPr id="22534" name="Picture 6">
            <a:extLst>
              <a:ext uri="{FF2B5EF4-FFF2-40B4-BE49-F238E27FC236}">
                <a16:creationId xmlns:a16="http://schemas.microsoft.com/office/drawing/2014/main" id="{34DBAA8C-86B2-F660-4EE7-D8D859E20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2500"/>
          <a:stretch>
            <a:fillRect/>
          </a:stretch>
        </p:blipFill>
        <p:spPr bwMode="auto">
          <a:xfrm>
            <a:off x="5943600" y="1291388"/>
            <a:ext cx="1676400" cy="4869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40" name="Picture 12">
            <a:extLst>
              <a:ext uri="{FF2B5EF4-FFF2-40B4-BE49-F238E27FC236}">
                <a16:creationId xmlns:a16="http://schemas.microsoft.com/office/drawing/2014/main" id="{7304F646-A467-FEEB-1FA7-7ADB790B62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568" y="1291389"/>
            <a:ext cx="5727032" cy="53126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">
            <a:extLst>
              <a:ext uri="{FF2B5EF4-FFF2-40B4-BE49-F238E27FC236}">
                <a16:creationId xmlns:a16="http://schemas.microsoft.com/office/drawing/2014/main" id="{B7696C14-6223-5619-8C70-981E4E4CB9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17"/>
          <a:stretch>
            <a:fillRect/>
          </a:stretch>
        </p:blipFill>
        <p:spPr bwMode="auto">
          <a:xfrm>
            <a:off x="7593932" y="1291388"/>
            <a:ext cx="1397000" cy="4869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94284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61A3D-9D81-D9F6-46E5-C76A31359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4D8F354-55DD-0DBA-4C63-24F2AEC2A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Internal Components </a:t>
            </a:r>
            <a:endParaRPr lang="en-IN" dirty="0"/>
          </a:p>
        </p:txBody>
      </p:sp>
      <p:pic>
        <p:nvPicPr>
          <p:cNvPr id="17412" name="Picture 4">
            <a:extLst>
              <a:ext uri="{FF2B5EF4-FFF2-40B4-BE49-F238E27FC236}">
                <a16:creationId xmlns:a16="http://schemas.microsoft.com/office/drawing/2014/main" id="{84B61926-230B-0E7B-D564-5AFBA4FCD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418" y="1194293"/>
            <a:ext cx="5237163" cy="5647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23074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B8551-58D3-DE97-FF08-B8A1C66FB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8F6F6CF-8558-DA99-0D01-4A5D9CDBA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Component Functions 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45ECBD1-E70C-7ACB-8FEB-2B93A793A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5177866"/>
              </p:ext>
            </p:extLst>
          </p:nvPr>
        </p:nvGraphicFramePr>
        <p:xfrm>
          <a:off x="193622" y="1295400"/>
          <a:ext cx="8721778" cy="48812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71744">
                  <a:extLst>
                    <a:ext uri="{9D8B030D-6E8A-4147-A177-3AD203B41FA5}">
                      <a16:colId xmlns:a16="http://schemas.microsoft.com/office/drawing/2014/main" val="2744222819"/>
                    </a:ext>
                  </a:extLst>
                </a:gridCol>
                <a:gridCol w="2163834">
                  <a:extLst>
                    <a:ext uri="{9D8B030D-6E8A-4147-A177-3AD203B41FA5}">
                      <a16:colId xmlns:a16="http://schemas.microsoft.com/office/drawing/2014/main" val="173232623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127689427"/>
                    </a:ext>
                  </a:extLst>
                </a:gridCol>
              </a:tblGrid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Function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716265"/>
                  </a:ext>
                </a:extLst>
              </a:tr>
              <a:tr h="449437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Motherboard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Main circuit board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Connects all internal components and allows communication between them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2841377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Central Processing Unit (CPU)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The "brain" of the computer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Performs calculations and executes instructions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4821996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Random Access Memory (RAM)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Temporary memory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Stores data and instructions currently in use for fast access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2296420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Hard Disk Drive (HDD) / Solid State Drive (SSD)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Long-term storage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Stores operating system, applications, and files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606744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Power Supply Unit (PSU)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Converts electrical power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Supplies power to all internal components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6481041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Monitor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Visual output device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Displays text, images, and videos generated by the computer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3049063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Keyboard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Input device with keys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Used to enter text and commands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8650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789660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8D025-D424-32BB-9327-2D6AB2E48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878FBA-275B-C75A-48E3-0BA3EC8B4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Component Functions 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AD2EF1B-D56D-4C4C-3429-E5B07FD49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6439018"/>
              </p:ext>
            </p:extLst>
          </p:nvPr>
        </p:nvGraphicFramePr>
        <p:xfrm>
          <a:off x="193622" y="1295400"/>
          <a:ext cx="8721778" cy="488120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671744">
                  <a:extLst>
                    <a:ext uri="{9D8B030D-6E8A-4147-A177-3AD203B41FA5}">
                      <a16:colId xmlns:a16="http://schemas.microsoft.com/office/drawing/2014/main" val="2744222819"/>
                    </a:ext>
                  </a:extLst>
                </a:gridCol>
                <a:gridCol w="2163834">
                  <a:extLst>
                    <a:ext uri="{9D8B030D-6E8A-4147-A177-3AD203B41FA5}">
                      <a16:colId xmlns:a16="http://schemas.microsoft.com/office/drawing/2014/main" val="1732326234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3127689427"/>
                    </a:ext>
                  </a:extLst>
                </a:gridCol>
              </a:tblGrid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Component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Function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2716265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 dirty="0">
                          <a:solidFill>
                            <a:schemeClr val="tx1"/>
                          </a:solidFill>
                        </a:rPr>
                        <a:t>Mouse</a:t>
                      </a:r>
                      <a:endParaRPr lang="en-IN" sz="1800" cap="none" spc="0" dirty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 dirty="0">
                          <a:solidFill>
                            <a:schemeClr val="tx1"/>
                          </a:solidFill>
                        </a:rPr>
                        <a:t>Pointing device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Used to interact with graphical elements on screen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3636398"/>
                  </a:ext>
                </a:extLst>
              </a:tr>
              <a:tr h="449437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Graphics Processing Unit (GPU)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Optional separate chip or card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Renders images, videos, and animations (useful for gaming and design)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2119787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Optical Drive (CD/DVD)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Reads/writes CDs or DVDs (less common now)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>
                          <a:solidFill>
                            <a:schemeClr val="tx1"/>
                          </a:solidFill>
                        </a:rPr>
                        <a:t>Allows reading and writing of discs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7367322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Cooling Fan / Heat Sink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Temperature control components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Keeps CPU and other parts cool to prevent overheating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818628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Speakers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Audio output devices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Play sound output from the computer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745445"/>
                  </a:ext>
                </a:extLst>
              </a:tr>
              <a:tr h="301038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Network Interface Card (NIC)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Built-in or external card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Enables connection to a network (LAN/internet)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8538056"/>
                  </a:ext>
                </a:extLst>
              </a:tr>
              <a:tr h="449437">
                <a:tc>
                  <a:txBody>
                    <a:bodyPr/>
                    <a:lstStyle/>
                    <a:p>
                      <a:r>
                        <a:rPr lang="en-IN" sz="1800" b="1" cap="none" spc="0">
                          <a:solidFill>
                            <a:schemeClr val="tx1"/>
                          </a:solidFill>
                        </a:rPr>
                        <a:t>USB Ports</a:t>
                      </a:r>
                      <a:endParaRPr lang="en-IN" sz="1800" cap="none" spc="0">
                        <a:solidFill>
                          <a:schemeClr val="tx1"/>
                        </a:solidFill>
                      </a:endParaRP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cap="none" spc="0">
                          <a:solidFill>
                            <a:schemeClr val="tx1"/>
                          </a:solidFill>
                        </a:rPr>
                        <a:t>Universal connectors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cap="none" spc="0" dirty="0">
                          <a:solidFill>
                            <a:schemeClr val="tx1"/>
                          </a:solidFill>
                        </a:rPr>
                        <a:t>Allow connection of external devices like pen drives, printers, etc.</a:t>
                      </a:r>
                    </a:p>
                  </a:txBody>
                  <a:tcPr marL="62271" marR="15507" marT="47900" marB="479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59233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9391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810CD-17BF-BB2B-7D55-E4579E46E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506D8-E0FB-5ABA-80E7-A4B9DB72A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0"/>
            <a:ext cx="8686800" cy="10668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Working of a Desktop Computer</a:t>
            </a:r>
          </a:p>
        </p:txBody>
      </p:sp>
    </p:spTree>
    <p:extLst>
      <p:ext uri="{BB962C8B-B14F-4D97-AF65-F5344CB8AC3E}">
        <p14:creationId xmlns:p14="http://schemas.microsoft.com/office/powerpoint/2010/main" val="728374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55DA2-615D-1BF0-B184-550EAE5F2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FB1AB80-86A0-2037-1CBE-2EA8D4847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Booting Process Overview </a:t>
            </a:r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4A4F90B-0E64-44FE-E293-19F3A770AE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000"/>
          <a:stretch>
            <a:fillRect/>
          </a:stretch>
        </p:blipFill>
        <p:spPr>
          <a:xfrm>
            <a:off x="2438400" y="1137910"/>
            <a:ext cx="4191000" cy="565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288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33BF2-B55E-31F6-0213-39BCE7F4A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B5AA55D-82D0-E220-ABFC-840A26587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an Operating System?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67B77-7ECB-E101-00EE-674B9EF8C8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457200" indent="-457200"/>
            <a:r>
              <a:rPr lang="en-US" sz="3200" dirty="0"/>
              <a:t>An </a:t>
            </a:r>
            <a:r>
              <a:rPr lang="en-US" sz="3200" b="1" dirty="0"/>
              <a:t>Operating System (OS)</a:t>
            </a:r>
            <a:r>
              <a:rPr lang="en-US" sz="3200" dirty="0"/>
              <a:t> is the </a:t>
            </a:r>
            <a:r>
              <a:rPr lang="en-US" sz="3200" b="1" dirty="0"/>
              <a:t>main software</a:t>
            </a:r>
            <a:r>
              <a:rPr lang="en-US" sz="3200" dirty="0"/>
              <a:t> that manages all the </a:t>
            </a:r>
            <a:r>
              <a:rPr lang="en-US" sz="3200" b="1" dirty="0"/>
              <a:t>hardware</a:t>
            </a:r>
            <a:r>
              <a:rPr lang="en-US" sz="3200" dirty="0"/>
              <a:t> and </a:t>
            </a:r>
            <a:r>
              <a:rPr lang="en-US" sz="3200" b="1" dirty="0"/>
              <a:t>software</a:t>
            </a:r>
            <a:r>
              <a:rPr lang="en-US" sz="3200" dirty="0"/>
              <a:t> in a computer. It acts like a bridge between the user and the computer hardware.</a:t>
            </a:r>
          </a:p>
          <a:p>
            <a:pPr marL="0" indent="0">
              <a:buNone/>
            </a:pPr>
            <a:endParaRPr lang="en-US" altLang="en-US" sz="3200" dirty="0"/>
          </a:p>
          <a:p>
            <a:pPr marL="0" indent="0">
              <a:buNone/>
            </a:pPr>
            <a:r>
              <a:rPr lang="en-US" altLang="en-US" sz="3200" dirty="0"/>
              <a:t>Examples:</a:t>
            </a:r>
          </a:p>
          <a:p>
            <a:pPr marL="457200" indent="-457200"/>
            <a:r>
              <a:rPr lang="en-US" altLang="en-US" sz="3200" dirty="0"/>
              <a:t>Windows (most desktops)</a:t>
            </a:r>
          </a:p>
          <a:p>
            <a:pPr marL="457200" indent="-457200"/>
            <a:r>
              <a:rPr lang="en-US" altLang="en-US" sz="3200" dirty="0"/>
              <a:t>macOS (Apple computers)</a:t>
            </a:r>
          </a:p>
          <a:p>
            <a:pPr marL="457200" indent="-457200"/>
            <a:r>
              <a:rPr lang="en-US" altLang="en-US" sz="3200" dirty="0"/>
              <a:t>Linux (Ubuntu, Fedora, etc.)</a:t>
            </a:r>
          </a:p>
          <a:p>
            <a:pPr marL="457200" indent="-457200"/>
            <a:r>
              <a:rPr lang="en-US" altLang="en-US" sz="3200" dirty="0"/>
              <a:t>Android/iOS (in smartphones)</a:t>
            </a:r>
          </a:p>
          <a:p>
            <a:pPr marL="457200" indent="-457200"/>
            <a:endParaRPr lang="en-US" sz="3200" dirty="0"/>
          </a:p>
          <a:p>
            <a:pPr marL="457200" indent="-457200"/>
            <a:endParaRPr lang="en-US" sz="3200" dirty="0"/>
          </a:p>
        </p:txBody>
      </p:sp>
      <p:pic>
        <p:nvPicPr>
          <p:cNvPr id="2050" name="Picture 2" descr="Maestro,conductor,orchestra,music,male - free image from needpix.com">
            <a:extLst>
              <a:ext uri="{FF2B5EF4-FFF2-40B4-BE49-F238E27FC236}">
                <a16:creationId xmlns:a16="http://schemas.microsoft.com/office/drawing/2014/main" id="{EF9D29DA-784E-C01B-F4D3-30B0C9C06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4114800"/>
            <a:ext cx="18288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177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00100-1971-5687-B453-51BB8624D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45AA589-DBBA-5AE3-1572-0C76A1405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What Is an Operating System?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F38C57-4675-0357-4CEB-A5EB535828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157722"/>
              </p:ext>
            </p:extLst>
          </p:nvPr>
        </p:nvGraphicFramePr>
        <p:xfrm>
          <a:off x="249836" y="1325880"/>
          <a:ext cx="8665563" cy="5303520"/>
        </p:xfrm>
        <a:graphic>
          <a:graphicData uri="http://schemas.openxmlformats.org/drawingml/2006/table">
            <a:tbl>
              <a:tblPr>
                <a:tableStyleId>{69C7853C-536D-4A76-A0AE-DD22124D55A5}</a:tableStyleId>
              </a:tblPr>
              <a:tblGrid>
                <a:gridCol w="2645764">
                  <a:extLst>
                    <a:ext uri="{9D8B030D-6E8A-4147-A177-3AD203B41FA5}">
                      <a16:colId xmlns:a16="http://schemas.microsoft.com/office/drawing/2014/main" val="1954106560"/>
                    </a:ext>
                  </a:extLst>
                </a:gridCol>
                <a:gridCol w="3131278">
                  <a:extLst>
                    <a:ext uri="{9D8B030D-6E8A-4147-A177-3AD203B41FA5}">
                      <a16:colId xmlns:a16="http://schemas.microsoft.com/office/drawing/2014/main" val="3783770299"/>
                    </a:ext>
                  </a:extLst>
                </a:gridCol>
                <a:gridCol w="2888521">
                  <a:extLst>
                    <a:ext uri="{9D8B030D-6E8A-4147-A177-3AD203B41FA5}">
                      <a16:colId xmlns:a16="http://schemas.microsoft.com/office/drawing/2014/main" val="3203338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Function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What it Does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b="1" dirty="0"/>
                        <a:t>Example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16355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 dirty="0"/>
                        <a:t>Process Management</a:t>
                      </a:r>
                      <a:endParaRPr lang="en-IN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Runs and controls programs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You open a browser + Word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8984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Memory Management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Allocates and tracks RAM 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Keeps apps from overwriting each other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86145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File System Management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Organizes data into files and folders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/>
                        <a:t>Access your saved documents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038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Device Management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Controls hardware like printers, mouse, keyboard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Plugging in a USB drive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5952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sz="2400" b="1"/>
                        <a:t>User Interface (UI)</a:t>
                      </a:r>
                      <a:endParaRPr lang="en-IN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Allows user to interact with system (GUI/CLI)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Windows desktop, Linux terminal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26646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53087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E06A9-A9F1-547B-7D8A-DD60C1B0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C79A2E2-C51B-B95F-00A2-7F14EA207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File System and Drives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B5B38-A8F2-AC33-1FE3-02551DD3B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571500" indent="-571500"/>
            <a:r>
              <a:rPr lang="en-US" sz="3600" dirty="0"/>
              <a:t>A </a:t>
            </a:r>
            <a:r>
              <a:rPr lang="en-US" sz="3600" b="1" dirty="0"/>
              <a:t>file system</a:t>
            </a:r>
            <a:r>
              <a:rPr lang="en-US" sz="3600" dirty="0"/>
              <a:t> is a method used by the Operating System to </a:t>
            </a:r>
            <a:r>
              <a:rPr lang="en-US" sz="3600" b="1" dirty="0"/>
              <a:t>store, organize, manage, and access files</a:t>
            </a:r>
            <a:r>
              <a:rPr lang="en-US" sz="3600" dirty="0"/>
              <a:t> on a </a:t>
            </a:r>
            <a:r>
              <a:rPr lang="en-US" sz="3600" b="1" dirty="0"/>
              <a:t>storage device</a:t>
            </a:r>
            <a:r>
              <a:rPr lang="en-US" sz="3600" dirty="0"/>
              <a:t> (like hard disks, SSDs etc.).</a:t>
            </a:r>
          </a:p>
          <a:p>
            <a:pPr marL="0" indent="0">
              <a:buNone/>
            </a:pPr>
            <a:endParaRPr lang="en-US" sz="3600" dirty="0"/>
          </a:p>
          <a:p>
            <a:pPr marL="0" indent="0">
              <a:buNone/>
            </a:pPr>
            <a:r>
              <a:rPr lang="en-US" sz="3600" dirty="0"/>
              <a:t>It defines:</a:t>
            </a:r>
          </a:p>
          <a:p>
            <a:pPr marL="571500" indent="-571500"/>
            <a:r>
              <a:rPr lang="en-US" sz="3600" dirty="0"/>
              <a:t>How data is </a:t>
            </a:r>
            <a:r>
              <a:rPr lang="en-US" sz="3600" b="1" dirty="0"/>
              <a:t>named</a:t>
            </a:r>
            <a:endParaRPr lang="en-US" sz="3600" dirty="0"/>
          </a:p>
          <a:p>
            <a:pPr marL="571500" indent="-571500"/>
            <a:r>
              <a:rPr lang="en-US" sz="3600" dirty="0"/>
              <a:t>How it is </a:t>
            </a:r>
            <a:r>
              <a:rPr lang="en-US" sz="3600" b="1" dirty="0"/>
              <a:t>stored and retrieved</a:t>
            </a:r>
            <a:endParaRPr lang="en-US" sz="3600" dirty="0"/>
          </a:p>
          <a:p>
            <a:pPr marL="571500" indent="-571500"/>
            <a:r>
              <a:rPr lang="en-US" sz="3600" dirty="0"/>
              <a:t>How files are </a:t>
            </a:r>
            <a:r>
              <a:rPr lang="en-US" sz="3600" b="1" dirty="0"/>
              <a:t>organized</a:t>
            </a:r>
            <a:r>
              <a:rPr lang="en-US" sz="3600" dirty="0"/>
              <a:t> (like folders and directories)</a:t>
            </a:r>
          </a:p>
        </p:txBody>
      </p:sp>
    </p:spTree>
    <p:extLst>
      <p:ext uri="{BB962C8B-B14F-4D97-AF65-F5344CB8AC3E}">
        <p14:creationId xmlns:p14="http://schemas.microsoft.com/office/powerpoint/2010/main" val="37357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3BDD1-6D2B-6C90-D38B-DF75290FE1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45173B9-E4B5-A44E-44E6-4C4C7CAC4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File System and Drives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B0F023-C41D-4931-4513-21E098576B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941918"/>
              </p:ext>
            </p:extLst>
          </p:nvPr>
        </p:nvGraphicFramePr>
        <p:xfrm>
          <a:off x="211110" y="1295400"/>
          <a:ext cx="8704289" cy="54102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659644">
                  <a:extLst>
                    <a:ext uri="{9D8B030D-6E8A-4147-A177-3AD203B41FA5}">
                      <a16:colId xmlns:a16="http://schemas.microsoft.com/office/drawing/2014/main" val="3296035753"/>
                    </a:ext>
                  </a:extLst>
                </a:gridCol>
                <a:gridCol w="6044645">
                  <a:extLst>
                    <a:ext uri="{9D8B030D-6E8A-4147-A177-3AD203B41FA5}">
                      <a16:colId xmlns:a16="http://schemas.microsoft.com/office/drawing/2014/main" val="2818909134"/>
                    </a:ext>
                  </a:extLst>
                </a:gridCol>
              </a:tblGrid>
              <a:tr h="593377">
                <a:tc>
                  <a:txBody>
                    <a:bodyPr/>
                    <a:lstStyle/>
                    <a:p>
                      <a:r>
                        <a:rPr lang="en-IN" sz="2800" b="1" dirty="0"/>
                        <a:t>Term</a:t>
                      </a:r>
                      <a:endParaRPr lang="en-IN" sz="2800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Explanation</a:t>
                      </a:r>
                      <a:endParaRPr lang="en-IN" sz="2800" dirty="0"/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781052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r>
                        <a:rPr lang="en-IN" sz="2800" b="1" dirty="0"/>
                        <a:t>File</a:t>
                      </a:r>
                      <a:endParaRPr lang="en-IN" sz="2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collection of data stored under a name (e.g., Word doc, image, video)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80667029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r>
                        <a:rPr lang="en-IN" sz="2800" b="1"/>
                        <a:t>Folder (Directory)</a:t>
                      </a:r>
                      <a:endParaRPr lang="en-IN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A container that holds multiple files or folders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64636824"/>
                  </a:ext>
                </a:extLst>
              </a:tr>
              <a:tr h="1570703">
                <a:tc>
                  <a:txBody>
                    <a:bodyPr/>
                    <a:lstStyle/>
                    <a:p>
                      <a:r>
                        <a:rPr lang="en-IN" sz="2800" b="1"/>
                        <a:t>Path</a:t>
                      </a:r>
                      <a:endParaRPr lang="en-IN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The address of a file/folder (e.g., C:\Users\Yogi\Documents\notes.docx)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330740"/>
                  </a:ext>
                </a:extLst>
              </a:tr>
              <a:tr h="1082040">
                <a:tc>
                  <a:txBody>
                    <a:bodyPr/>
                    <a:lstStyle/>
                    <a:p>
                      <a:r>
                        <a:rPr lang="en-IN" sz="2800" b="1"/>
                        <a:t>Drive</a:t>
                      </a:r>
                      <a:endParaRPr lang="en-IN" sz="28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 letter assigned to a storage device (like C:, D:, E:)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156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43708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B5CAA-52EB-E68F-DA31-0BD27F94B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7BC1D82-2463-90A3-C7CD-FAED51C2F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61" y="76200"/>
            <a:ext cx="8077200" cy="868362"/>
          </a:xfrm>
        </p:spPr>
        <p:txBody>
          <a:bodyPr wrap="square" anchor="ctr">
            <a:normAutofit fontScale="90000"/>
          </a:bodyPr>
          <a:lstStyle/>
          <a:p>
            <a:r>
              <a:rPr lang="en-US" dirty="0"/>
              <a:t>Useful System Tools in a Desktop Computer</a:t>
            </a: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4000A2-E9B6-84C9-6362-30F1287F3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4780026"/>
              </p:ext>
            </p:extLst>
          </p:nvPr>
        </p:nvGraphicFramePr>
        <p:xfrm>
          <a:off x="182380" y="1371600"/>
          <a:ext cx="8779240" cy="444456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3453359">
                  <a:extLst>
                    <a:ext uri="{9D8B030D-6E8A-4147-A177-3AD203B41FA5}">
                      <a16:colId xmlns:a16="http://schemas.microsoft.com/office/drawing/2014/main" val="3073315238"/>
                    </a:ext>
                  </a:extLst>
                </a:gridCol>
                <a:gridCol w="5325881">
                  <a:extLst>
                    <a:ext uri="{9D8B030D-6E8A-4147-A177-3AD203B41FA5}">
                      <a16:colId xmlns:a16="http://schemas.microsoft.com/office/drawing/2014/main" val="3012165309"/>
                    </a:ext>
                  </a:extLst>
                </a:gridCol>
              </a:tblGrid>
              <a:tr h="178617">
                <a:tc>
                  <a:txBody>
                    <a:bodyPr/>
                    <a:lstStyle/>
                    <a:p>
                      <a:r>
                        <a:rPr lang="en-IN" sz="2800" b="1" dirty="0"/>
                        <a:t>Tool Name</a:t>
                      </a:r>
                      <a:endParaRPr lang="en-IN" sz="2800" dirty="0"/>
                    </a:p>
                  </a:txBody>
                  <a:tcPr marL="35472" marR="35472" marT="17736" marB="17736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Purpose</a:t>
                      </a:r>
                      <a:endParaRPr lang="en-IN" sz="2800" dirty="0"/>
                    </a:p>
                  </a:txBody>
                  <a:tcPr marL="35472" marR="35472" marT="17736" marB="17736" anchor="ctr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1131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r>
                        <a:rPr lang="en-IN" sz="2800" b="1" dirty="0"/>
                        <a:t>Task Manager</a:t>
                      </a:r>
                      <a:endParaRPr lang="en-IN" sz="2800" dirty="0"/>
                    </a:p>
                  </a:txBody>
                  <a:tcPr marL="35472" marR="35472" marT="17736" marB="17736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View and manage running apps and processes; monitor CPU, RAM usage</a:t>
                      </a:r>
                    </a:p>
                  </a:txBody>
                  <a:tcPr marL="35472" marR="35472" marT="17736" marB="17736" anchor="ctr"/>
                </a:tc>
                <a:extLst>
                  <a:ext uri="{0D108BD9-81ED-4DB2-BD59-A6C34878D82A}">
                    <a16:rowId xmlns:a16="http://schemas.microsoft.com/office/drawing/2014/main" val="3417737784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r>
                        <a:rPr lang="en-IN" sz="2800" b="1" dirty="0"/>
                        <a:t>File Explorer / Finder</a:t>
                      </a:r>
                      <a:endParaRPr lang="en-IN" sz="2800" dirty="0"/>
                    </a:p>
                  </a:txBody>
                  <a:tcPr marL="35472" marR="35472" marT="17736" marB="1773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Browse, organize, copy/move/delete files and folders</a:t>
                      </a:r>
                    </a:p>
                  </a:txBody>
                  <a:tcPr marL="35472" marR="35472" marT="17736" marB="17736" anchor="ctr"/>
                </a:tc>
                <a:extLst>
                  <a:ext uri="{0D108BD9-81ED-4DB2-BD59-A6C34878D82A}">
                    <a16:rowId xmlns:a16="http://schemas.microsoft.com/office/drawing/2014/main" val="3830893418"/>
                  </a:ext>
                </a:extLst>
              </a:tr>
              <a:tr h="446709">
                <a:tc>
                  <a:txBody>
                    <a:bodyPr/>
                    <a:lstStyle/>
                    <a:p>
                      <a:r>
                        <a:rPr lang="en-IN" sz="2800" b="1" dirty="0"/>
                        <a:t>Control Panel / Settings</a:t>
                      </a:r>
                      <a:endParaRPr lang="en-IN" sz="2800" dirty="0"/>
                    </a:p>
                  </a:txBody>
                  <a:tcPr marL="35472" marR="35472" marT="17736" marB="1773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Change system settings: network, display, sound, users, updates</a:t>
                      </a:r>
                    </a:p>
                  </a:txBody>
                  <a:tcPr marL="35472" marR="35472" marT="17736" marB="17736" anchor="ctr"/>
                </a:tc>
                <a:extLst>
                  <a:ext uri="{0D108BD9-81ED-4DB2-BD59-A6C34878D82A}">
                    <a16:rowId xmlns:a16="http://schemas.microsoft.com/office/drawing/2014/main" val="235494581"/>
                  </a:ext>
                </a:extLst>
              </a:tr>
              <a:tr h="312663">
                <a:tc>
                  <a:txBody>
                    <a:bodyPr/>
                    <a:lstStyle/>
                    <a:p>
                      <a:r>
                        <a:rPr lang="en-IN" sz="2800" b="1"/>
                        <a:t>Command Prompt / Terminal</a:t>
                      </a:r>
                      <a:endParaRPr lang="en-IN" sz="2800"/>
                    </a:p>
                  </a:txBody>
                  <a:tcPr marL="35472" marR="35472" marT="17736" marB="17736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Run text-based commands for advanced operations</a:t>
                      </a:r>
                    </a:p>
                  </a:txBody>
                  <a:tcPr marL="35472" marR="35472" marT="17736" marB="17736" anchor="ctr"/>
                </a:tc>
                <a:extLst>
                  <a:ext uri="{0D108BD9-81ED-4DB2-BD59-A6C34878D82A}">
                    <a16:rowId xmlns:a16="http://schemas.microsoft.com/office/drawing/2014/main" val="372962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5202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C012F-D514-2868-6FF0-F970A6C19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B7135-2431-548B-DFD4-B8B5EF2BD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3048000"/>
            <a:ext cx="8686800" cy="1066800"/>
          </a:xfrm>
        </p:spPr>
        <p:txBody>
          <a:bodyPr/>
          <a:lstStyle/>
          <a:p>
            <a:pPr marL="0" indent="0">
              <a:buNone/>
            </a:pPr>
            <a:r>
              <a:rPr lang="en-US" sz="4800" dirty="0"/>
              <a:t>Basic Operations &amp; Maintenance</a:t>
            </a:r>
          </a:p>
        </p:txBody>
      </p:sp>
    </p:spTree>
    <p:extLst>
      <p:ext uri="{BB962C8B-B14F-4D97-AF65-F5344CB8AC3E}">
        <p14:creationId xmlns:p14="http://schemas.microsoft.com/office/powerpoint/2010/main" val="1443922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4D25D-6CE8-0CC8-3A11-8E2AD3A3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DF0D6C-2552-6C86-8D9B-B1C9B7FEC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70797"/>
            <a:ext cx="7772400" cy="8683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Basic Desktop Operations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D0C05C-4297-BEE0-99CE-7EDBDB21F2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8686800" cy="5105400"/>
          </a:xfrm>
        </p:spPr>
        <p:txBody>
          <a:bodyPr/>
          <a:lstStyle/>
          <a:p>
            <a:pPr marL="457200" indent="-457200"/>
            <a:r>
              <a:rPr lang="en-US" sz="3600" dirty="0"/>
              <a:t>Create/delete folders</a:t>
            </a:r>
          </a:p>
          <a:p>
            <a:pPr marL="457200" indent="-457200"/>
            <a:r>
              <a:rPr lang="en-US" sz="3600" dirty="0"/>
              <a:t>Organizing folders Demo</a:t>
            </a:r>
          </a:p>
          <a:p>
            <a:pPr marL="457200" indent="-457200"/>
            <a:r>
              <a:rPr lang="en-US" sz="3600" dirty="0"/>
              <a:t>Use keyboard shortcuts (</a:t>
            </a:r>
            <a:r>
              <a:rPr lang="en-US" sz="3600" dirty="0" err="1"/>
              <a:t>Ctrl+C</a:t>
            </a:r>
            <a:r>
              <a:rPr lang="en-US" sz="3600" dirty="0"/>
              <a:t>, </a:t>
            </a:r>
            <a:r>
              <a:rPr lang="en-US" sz="3600" dirty="0" err="1"/>
              <a:t>Ctrl+V</a:t>
            </a:r>
            <a:r>
              <a:rPr lang="en-US" sz="3600" dirty="0"/>
              <a:t>, etc.)</a:t>
            </a:r>
          </a:p>
          <a:p>
            <a:pPr marL="457200" indent="-457200"/>
            <a:r>
              <a:rPr lang="en-US" sz="3600" dirty="0"/>
              <a:t>Check system info (RAM, processor)</a:t>
            </a:r>
          </a:p>
          <a:p>
            <a:pPr marL="457200" indent="-457200"/>
            <a:r>
              <a:rPr lang="en-US" sz="3600" dirty="0"/>
              <a:t>Running setup (.exe) - Install options and safety tips - Uninstalling via Control Panel</a:t>
            </a:r>
          </a:p>
          <a:p>
            <a:pPr marL="457200" indent="-457200"/>
            <a:r>
              <a:rPr lang="en-US" sz="3600" dirty="0"/>
              <a:t>Restarting frozen systems - Antivirus and updates - Cleaning keyboard/screen and safe shutdown</a:t>
            </a:r>
          </a:p>
          <a:p>
            <a:pPr marL="457200" indent="-457200"/>
            <a:endParaRPr lang="en-US" sz="3600" dirty="0"/>
          </a:p>
          <a:p>
            <a:pPr marL="457200" indent="-457200"/>
            <a:endParaRPr lang="en-US" sz="3600" dirty="0"/>
          </a:p>
          <a:p>
            <a:pPr marL="457200" indent="-457200"/>
            <a:endParaRPr lang="en-US" sz="3600" dirty="0"/>
          </a:p>
          <a:p>
            <a:pPr marL="457200" indent="-457200"/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97462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F0EB7-86E4-F43B-436F-36569E1B9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3D238-46A6-A5A7-FF51-AA6935585DB6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0"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lvl="4"/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			</a:t>
            </a:r>
            <a:r>
              <a:rPr lang="en-US" sz="2800" dirty="0">
                <a:latin typeface="Cambria" panose="02040503050406030204" pitchFamily="18" charset="0"/>
                <a:ea typeface="Cambria" panose="02040503050406030204" pitchFamily="18" charset="0"/>
              </a:rPr>
              <a:t>Thank You!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7715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olstice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35080</TotalTime>
  <Words>1089</Words>
  <Application>Microsoft Office PowerPoint</Application>
  <PresentationFormat>On-screen Show (4:3)</PresentationFormat>
  <Paragraphs>204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</vt:lpstr>
      <vt:lpstr>Gill Sans MT</vt:lpstr>
      <vt:lpstr>Wingdings</vt:lpstr>
      <vt:lpstr>Office Theme</vt:lpstr>
      <vt:lpstr>2_Office Theme</vt:lpstr>
      <vt:lpstr>Course overview  Exploring a desktop computer</vt:lpstr>
      <vt:lpstr>Units</vt:lpstr>
      <vt:lpstr>Schedule of Unit 1</vt:lpstr>
      <vt:lpstr>By the end of this session</vt:lpstr>
      <vt:lpstr>PowerPoint Presentation</vt:lpstr>
      <vt:lpstr>What Is a Desktop Computer? </vt:lpstr>
      <vt:lpstr>What Is a Desktop Computer? </vt:lpstr>
      <vt:lpstr>What Is a Desktop Computer? </vt:lpstr>
      <vt:lpstr>What Is a Desktop Computer? </vt:lpstr>
      <vt:lpstr>External Components</vt:lpstr>
      <vt:lpstr>External Components - Ports</vt:lpstr>
      <vt:lpstr>Internal Components </vt:lpstr>
      <vt:lpstr>Component Functions </vt:lpstr>
      <vt:lpstr>Component Functions </vt:lpstr>
      <vt:lpstr>PowerPoint Presentation</vt:lpstr>
      <vt:lpstr>Booting Process Overview </vt:lpstr>
      <vt:lpstr>What Is an Operating System?</vt:lpstr>
      <vt:lpstr>What Is an Operating System?</vt:lpstr>
      <vt:lpstr>File System and Drives</vt:lpstr>
      <vt:lpstr>File System and Drives</vt:lpstr>
      <vt:lpstr>Useful System Tools in a Desktop Computer</vt:lpstr>
      <vt:lpstr>PowerPoint Presentation</vt:lpstr>
      <vt:lpstr>Basic Desktop Operations</vt:lpstr>
      <vt:lpstr>PowerPoint Presentation</vt:lpstr>
    </vt:vector>
  </TitlesOfParts>
  <Company>Azim Premji Foundation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Yogesh G R</cp:lastModifiedBy>
  <cp:revision>1108</cp:revision>
  <cp:lastPrinted>2012-03-26T05:00:10Z</cp:lastPrinted>
  <dcterms:created xsi:type="dcterms:W3CDTF">2010-04-16T07:15:01Z</dcterms:created>
  <dcterms:modified xsi:type="dcterms:W3CDTF">2025-07-26T02:45:49Z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179197</vt:lpwstr>
  </property>
  <property fmtid="{D5CDD505-2E9C-101B-9397-08002B2CF9AE}" pid="3" name="NXPowerLiteVersion">
    <vt:lpwstr>D4.1.4</vt:lpwstr>
  </property>
</Properties>
</file>